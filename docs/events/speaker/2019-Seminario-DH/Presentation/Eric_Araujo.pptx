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3"/>
  </p:notesMasterIdLst>
  <p:handoutMasterIdLst>
    <p:handoutMasterId r:id="rId24"/>
  </p:handoutMasterIdLst>
  <p:sldIdLst>
    <p:sldId id="283" r:id="rId2"/>
    <p:sldId id="256" r:id="rId3"/>
    <p:sldId id="275" r:id="rId4"/>
    <p:sldId id="286" r:id="rId5"/>
    <p:sldId id="291" r:id="rId6"/>
    <p:sldId id="270" r:id="rId7"/>
    <p:sldId id="276" r:id="rId8"/>
    <p:sldId id="271" r:id="rId9"/>
    <p:sldId id="285" r:id="rId10"/>
    <p:sldId id="277" r:id="rId11"/>
    <p:sldId id="278" r:id="rId12"/>
    <p:sldId id="279" r:id="rId13"/>
    <p:sldId id="280" r:id="rId14"/>
    <p:sldId id="281" r:id="rId15"/>
    <p:sldId id="282" r:id="rId16"/>
    <p:sldId id="284" r:id="rId17"/>
    <p:sldId id="290" r:id="rId18"/>
    <p:sldId id="287" r:id="rId19"/>
    <p:sldId id="288" r:id="rId20"/>
    <p:sldId id="293" r:id="rId21"/>
    <p:sldId id="289" r:id="rId2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01" autoAdjust="0"/>
    <p:restoredTop sz="82550"/>
  </p:normalViewPr>
  <p:slideViewPr>
    <p:cSldViewPr>
      <p:cViewPr varScale="1">
        <p:scale>
          <a:sx n="83" d="100"/>
          <a:sy n="83" d="100"/>
        </p:scale>
        <p:origin x="448" y="200"/>
      </p:cViewPr>
      <p:guideLst>
        <p:guide pos="3839"/>
        <p:guide orient="horz" pos="2160"/>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B082B9-BF5C-0B4E-81DD-15E99B078535}" type="doc">
      <dgm:prSet loTypeId="urn:microsoft.com/office/officeart/2005/8/layout/radial5" loCatId="" qsTypeId="urn:microsoft.com/office/officeart/2005/8/quickstyle/simple4" qsCatId="simple" csTypeId="urn:microsoft.com/office/officeart/2005/8/colors/accent1_2" csCatId="accent1" phldr="1"/>
      <dgm:spPr/>
      <dgm:t>
        <a:bodyPr/>
        <a:lstStyle/>
        <a:p>
          <a:endParaRPr lang="en-US"/>
        </a:p>
      </dgm:t>
    </dgm:pt>
    <dgm:pt modelId="{53DF5802-E4A8-484E-A16D-63B58A6E47EB}">
      <dgm:prSet phldrT="[Text]"/>
      <dgm:spPr/>
      <dgm:t>
        <a:bodyPr/>
        <a:lstStyle/>
        <a:p>
          <a:r>
            <a:rPr lang="en-US" dirty="0" err="1"/>
            <a:t>Aplicações</a:t>
          </a:r>
          <a:endParaRPr lang="en-US" dirty="0"/>
        </a:p>
      </dgm:t>
    </dgm:pt>
    <dgm:pt modelId="{837B9100-CE37-8943-83C3-1A92FD84319C}" type="parTrans" cxnId="{8BAEAD66-DE7A-2D45-90F4-2F19D3094696}">
      <dgm:prSet/>
      <dgm:spPr/>
      <dgm:t>
        <a:bodyPr/>
        <a:lstStyle/>
        <a:p>
          <a:endParaRPr lang="en-US"/>
        </a:p>
      </dgm:t>
    </dgm:pt>
    <dgm:pt modelId="{68E70B33-83CC-0349-808D-D2A132D0C4E4}" type="sibTrans" cxnId="{8BAEAD66-DE7A-2D45-90F4-2F19D3094696}">
      <dgm:prSet/>
      <dgm:spPr/>
      <dgm:t>
        <a:bodyPr/>
        <a:lstStyle/>
        <a:p>
          <a:endParaRPr lang="en-US"/>
        </a:p>
      </dgm:t>
    </dgm:pt>
    <dgm:pt modelId="{EF117057-6035-9049-9DE6-1DC151B529EB}">
      <dgm:prSet phldrT="[Text]"/>
      <dgm:spPr/>
      <dgm:t>
        <a:bodyPr/>
        <a:lstStyle/>
        <a:p>
          <a:r>
            <a:rPr lang="en-US" dirty="0" err="1"/>
            <a:t>Saúde</a:t>
          </a:r>
          <a:endParaRPr lang="en-US" dirty="0"/>
        </a:p>
      </dgm:t>
    </dgm:pt>
    <dgm:pt modelId="{A6E4C12A-7742-2146-AB13-9BE660AB0F9A}" type="parTrans" cxnId="{F915A906-772C-D143-A91A-61729B8A378C}">
      <dgm:prSet/>
      <dgm:spPr/>
      <dgm:t>
        <a:bodyPr/>
        <a:lstStyle/>
        <a:p>
          <a:endParaRPr lang="en-US"/>
        </a:p>
      </dgm:t>
    </dgm:pt>
    <dgm:pt modelId="{B2ABD38D-7E7B-2243-A513-725FD2845D81}" type="sibTrans" cxnId="{F915A906-772C-D143-A91A-61729B8A378C}">
      <dgm:prSet/>
      <dgm:spPr/>
      <dgm:t>
        <a:bodyPr/>
        <a:lstStyle/>
        <a:p>
          <a:endParaRPr lang="en-US"/>
        </a:p>
      </dgm:t>
    </dgm:pt>
    <dgm:pt modelId="{B7C4F982-998C-EF48-B9F0-221635574356}">
      <dgm:prSet phldrT="[Text]"/>
      <dgm:spPr/>
      <dgm:t>
        <a:bodyPr/>
        <a:lstStyle/>
        <a:p>
          <a:r>
            <a:rPr lang="en-US" dirty="0" err="1"/>
            <a:t>Política</a:t>
          </a:r>
          <a:endParaRPr lang="en-US" dirty="0"/>
        </a:p>
      </dgm:t>
    </dgm:pt>
    <dgm:pt modelId="{83F5EE57-CC15-F04F-BBBA-1CCE06EA4D4F}" type="parTrans" cxnId="{35CEA4F7-22BD-DC4F-B044-DC9CDCADCF71}">
      <dgm:prSet/>
      <dgm:spPr/>
      <dgm:t>
        <a:bodyPr/>
        <a:lstStyle/>
        <a:p>
          <a:endParaRPr lang="en-US"/>
        </a:p>
      </dgm:t>
    </dgm:pt>
    <dgm:pt modelId="{E23E68C4-0AC1-4B41-BEE8-F7ECF15F8D3D}" type="sibTrans" cxnId="{35CEA4F7-22BD-DC4F-B044-DC9CDCADCF71}">
      <dgm:prSet/>
      <dgm:spPr/>
      <dgm:t>
        <a:bodyPr/>
        <a:lstStyle/>
        <a:p>
          <a:endParaRPr lang="en-US"/>
        </a:p>
      </dgm:t>
    </dgm:pt>
    <dgm:pt modelId="{741067DB-E147-1D49-883A-52D8DAFCB750}">
      <dgm:prSet phldrT="[Text]"/>
      <dgm:spPr/>
      <dgm:t>
        <a:bodyPr/>
        <a:lstStyle/>
        <a:p>
          <a:r>
            <a:rPr lang="en-US" dirty="0" err="1"/>
            <a:t>Gerenciamento</a:t>
          </a:r>
          <a:r>
            <a:rPr lang="en-US" dirty="0"/>
            <a:t> de </a:t>
          </a:r>
          <a:r>
            <a:rPr lang="en-US" dirty="0" err="1"/>
            <a:t>desastres</a:t>
          </a:r>
          <a:endParaRPr lang="en-US" dirty="0"/>
        </a:p>
      </dgm:t>
    </dgm:pt>
    <dgm:pt modelId="{066C746E-4A6D-2040-957B-D6AA978AA39E}" type="parTrans" cxnId="{17A057A7-97C7-D349-86A3-08978839178D}">
      <dgm:prSet/>
      <dgm:spPr/>
      <dgm:t>
        <a:bodyPr/>
        <a:lstStyle/>
        <a:p>
          <a:endParaRPr lang="en-US"/>
        </a:p>
      </dgm:t>
    </dgm:pt>
    <dgm:pt modelId="{D5122BBB-00D8-E24E-B2F1-8635ECAC5BF4}" type="sibTrans" cxnId="{17A057A7-97C7-D349-86A3-08978839178D}">
      <dgm:prSet/>
      <dgm:spPr/>
      <dgm:t>
        <a:bodyPr/>
        <a:lstStyle/>
        <a:p>
          <a:endParaRPr lang="en-US"/>
        </a:p>
      </dgm:t>
    </dgm:pt>
    <dgm:pt modelId="{0C8876A3-687C-6240-BB55-6ACF205B5325}">
      <dgm:prSet phldrT="[Text]"/>
      <dgm:spPr/>
      <dgm:t>
        <a:bodyPr/>
        <a:lstStyle/>
        <a:p>
          <a:r>
            <a:rPr lang="en-US" dirty="0" err="1"/>
            <a:t>Controle</a:t>
          </a:r>
          <a:r>
            <a:rPr lang="en-US" dirty="0"/>
            <a:t> de </a:t>
          </a:r>
          <a:r>
            <a:rPr lang="en-US" dirty="0" err="1"/>
            <a:t>multidões</a:t>
          </a:r>
          <a:endParaRPr lang="en-US" dirty="0"/>
        </a:p>
      </dgm:t>
    </dgm:pt>
    <dgm:pt modelId="{2571CA92-CDFE-CA46-8306-6E8788D2581F}" type="parTrans" cxnId="{29207C4A-2852-ED47-88F1-75A700FB6566}">
      <dgm:prSet/>
      <dgm:spPr/>
      <dgm:t>
        <a:bodyPr/>
        <a:lstStyle/>
        <a:p>
          <a:endParaRPr lang="en-US"/>
        </a:p>
      </dgm:t>
    </dgm:pt>
    <dgm:pt modelId="{9220EE26-2C85-EF40-B2EB-66EB740EA617}" type="sibTrans" cxnId="{29207C4A-2852-ED47-88F1-75A700FB6566}">
      <dgm:prSet/>
      <dgm:spPr/>
      <dgm:t>
        <a:bodyPr/>
        <a:lstStyle/>
        <a:p>
          <a:endParaRPr lang="en-US"/>
        </a:p>
      </dgm:t>
    </dgm:pt>
    <dgm:pt modelId="{9428C6A6-F52E-B14B-A09D-8C95569A4FA2}" type="pres">
      <dgm:prSet presAssocID="{22B082B9-BF5C-0B4E-81DD-15E99B078535}" presName="Name0" presStyleCnt="0">
        <dgm:presLayoutVars>
          <dgm:chMax val="1"/>
          <dgm:dir/>
          <dgm:animLvl val="ctr"/>
          <dgm:resizeHandles val="exact"/>
        </dgm:presLayoutVars>
      </dgm:prSet>
      <dgm:spPr/>
    </dgm:pt>
    <dgm:pt modelId="{1765F3DE-1191-8E42-9D8D-6FA43ABAB439}" type="pres">
      <dgm:prSet presAssocID="{53DF5802-E4A8-484E-A16D-63B58A6E47EB}" presName="centerShape" presStyleLbl="node0" presStyleIdx="0" presStyleCnt="1"/>
      <dgm:spPr/>
    </dgm:pt>
    <dgm:pt modelId="{BC163937-3003-984B-A9A3-D1F988FFEF92}" type="pres">
      <dgm:prSet presAssocID="{A6E4C12A-7742-2146-AB13-9BE660AB0F9A}" presName="parTrans" presStyleLbl="sibTrans2D1" presStyleIdx="0" presStyleCnt="4"/>
      <dgm:spPr/>
    </dgm:pt>
    <dgm:pt modelId="{E4EFC0DA-C605-CB40-8C01-D4352B47C999}" type="pres">
      <dgm:prSet presAssocID="{A6E4C12A-7742-2146-AB13-9BE660AB0F9A}" presName="connectorText" presStyleLbl="sibTrans2D1" presStyleIdx="0" presStyleCnt="4"/>
      <dgm:spPr/>
    </dgm:pt>
    <dgm:pt modelId="{72AA8F88-36F7-1D46-B6BA-E8077B6A56C7}" type="pres">
      <dgm:prSet presAssocID="{EF117057-6035-9049-9DE6-1DC151B529EB}" presName="node" presStyleLbl="node1" presStyleIdx="0" presStyleCnt="4">
        <dgm:presLayoutVars>
          <dgm:bulletEnabled val="1"/>
        </dgm:presLayoutVars>
      </dgm:prSet>
      <dgm:spPr/>
    </dgm:pt>
    <dgm:pt modelId="{D24CDA4B-A849-8D45-8C5A-4229B61B3CD9}" type="pres">
      <dgm:prSet presAssocID="{83F5EE57-CC15-F04F-BBBA-1CCE06EA4D4F}" presName="parTrans" presStyleLbl="sibTrans2D1" presStyleIdx="1" presStyleCnt="4"/>
      <dgm:spPr/>
    </dgm:pt>
    <dgm:pt modelId="{39323F02-9BCE-4F47-8591-94FB1DD8479D}" type="pres">
      <dgm:prSet presAssocID="{83F5EE57-CC15-F04F-BBBA-1CCE06EA4D4F}" presName="connectorText" presStyleLbl="sibTrans2D1" presStyleIdx="1" presStyleCnt="4"/>
      <dgm:spPr/>
    </dgm:pt>
    <dgm:pt modelId="{3AF36906-E8B7-FD40-A27A-089EE62CFEA2}" type="pres">
      <dgm:prSet presAssocID="{B7C4F982-998C-EF48-B9F0-221635574356}" presName="node" presStyleLbl="node1" presStyleIdx="1" presStyleCnt="4">
        <dgm:presLayoutVars>
          <dgm:bulletEnabled val="1"/>
        </dgm:presLayoutVars>
      </dgm:prSet>
      <dgm:spPr/>
    </dgm:pt>
    <dgm:pt modelId="{EF067AF6-C252-674A-90AB-BFFF5B6D34AE}" type="pres">
      <dgm:prSet presAssocID="{066C746E-4A6D-2040-957B-D6AA978AA39E}" presName="parTrans" presStyleLbl="sibTrans2D1" presStyleIdx="2" presStyleCnt="4"/>
      <dgm:spPr/>
    </dgm:pt>
    <dgm:pt modelId="{A45CB8BF-20BB-634A-872C-A06BCA42908B}" type="pres">
      <dgm:prSet presAssocID="{066C746E-4A6D-2040-957B-D6AA978AA39E}" presName="connectorText" presStyleLbl="sibTrans2D1" presStyleIdx="2" presStyleCnt="4"/>
      <dgm:spPr/>
    </dgm:pt>
    <dgm:pt modelId="{A2346B7A-0865-AB48-953D-7DB73BC76A2F}" type="pres">
      <dgm:prSet presAssocID="{741067DB-E147-1D49-883A-52D8DAFCB750}" presName="node" presStyleLbl="node1" presStyleIdx="2" presStyleCnt="4">
        <dgm:presLayoutVars>
          <dgm:bulletEnabled val="1"/>
        </dgm:presLayoutVars>
      </dgm:prSet>
      <dgm:spPr/>
    </dgm:pt>
    <dgm:pt modelId="{98A9D89F-8306-2543-9959-A6200878E63A}" type="pres">
      <dgm:prSet presAssocID="{2571CA92-CDFE-CA46-8306-6E8788D2581F}" presName="parTrans" presStyleLbl="sibTrans2D1" presStyleIdx="3" presStyleCnt="4"/>
      <dgm:spPr/>
    </dgm:pt>
    <dgm:pt modelId="{E42C1CCA-AF53-E649-A072-7D05BEF6769E}" type="pres">
      <dgm:prSet presAssocID="{2571CA92-CDFE-CA46-8306-6E8788D2581F}" presName="connectorText" presStyleLbl="sibTrans2D1" presStyleIdx="3" presStyleCnt="4"/>
      <dgm:spPr/>
    </dgm:pt>
    <dgm:pt modelId="{9A8B0E16-268D-B440-AC52-704D00487F5B}" type="pres">
      <dgm:prSet presAssocID="{0C8876A3-687C-6240-BB55-6ACF205B5325}" presName="node" presStyleLbl="node1" presStyleIdx="3" presStyleCnt="4">
        <dgm:presLayoutVars>
          <dgm:bulletEnabled val="1"/>
        </dgm:presLayoutVars>
      </dgm:prSet>
      <dgm:spPr/>
    </dgm:pt>
  </dgm:ptLst>
  <dgm:cxnLst>
    <dgm:cxn modelId="{F915A906-772C-D143-A91A-61729B8A378C}" srcId="{53DF5802-E4A8-484E-A16D-63B58A6E47EB}" destId="{EF117057-6035-9049-9DE6-1DC151B529EB}" srcOrd="0" destOrd="0" parTransId="{A6E4C12A-7742-2146-AB13-9BE660AB0F9A}" sibTransId="{B2ABD38D-7E7B-2243-A513-725FD2845D81}"/>
    <dgm:cxn modelId="{C1E5A60C-D154-D847-9612-2AD755D1CF2B}" type="presOf" srcId="{22B082B9-BF5C-0B4E-81DD-15E99B078535}" destId="{9428C6A6-F52E-B14B-A09D-8C95569A4FA2}" srcOrd="0" destOrd="0" presId="urn:microsoft.com/office/officeart/2005/8/layout/radial5"/>
    <dgm:cxn modelId="{CD2B2220-6411-8D44-B21D-D67896493ECB}" type="presOf" srcId="{83F5EE57-CC15-F04F-BBBA-1CCE06EA4D4F}" destId="{D24CDA4B-A849-8D45-8C5A-4229B61B3CD9}" srcOrd="0" destOrd="0" presId="urn:microsoft.com/office/officeart/2005/8/layout/radial5"/>
    <dgm:cxn modelId="{2700D124-7213-A344-92D8-C38D3E16B4F9}" type="presOf" srcId="{066C746E-4A6D-2040-957B-D6AA978AA39E}" destId="{EF067AF6-C252-674A-90AB-BFFF5B6D34AE}" srcOrd="0" destOrd="0" presId="urn:microsoft.com/office/officeart/2005/8/layout/radial5"/>
    <dgm:cxn modelId="{29207C4A-2852-ED47-88F1-75A700FB6566}" srcId="{53DF5802-E4A8-484E-A16D-63B58A6E47EB}" destId="{0C8876A3-687C-6240-BB55-6ACF205B5325}" srcOrd="3" destOrd="0" parTransId="{2571CA92-CDFE-CA46-8306-6E8788D2581F}" sibTransId="{9220EE26-2C85-EF40-B2EB-66EB740EA617}"/>
    <dgm:cxn modelId="{BEEB1856-EBDB-6E47-B8DE-93F1A722A841}" type="presOf" srcId="{53DF5802-E4A8-484E-A16D-63B58A6E47EB}" destId="{1765F3DE-1191-8E42-9D8D-6FA43ABAB439}" srcOrd="0" destOrd="0" presId="urn:microsoft.com/office/officeart/2005/8/layout/radial5"/>
    <dgm:cxn modelId="{08040E60-3FA5-E54C-B629-884FEC7A353E}" type="presOf" srcId="{2571CA92-CDFE-CA46-8306-6E8788D2581F}" destId="{E42C1CCA-AF53-E649-A072-7D05BEF6769E}" srcOrd="1" destOrd="0" presId="urn:microsoft.com/office/officeart/2005/8/layout/radial5"/>
    <dgm:cxn modelId="{8BAEAD66-DE7A-2D45-90F4-2F19D3094696}" srcId="{22B082B9-BF5C-0B4E-81DD-15E99B078535}" destId="{53DF5802-E4A8-484E-A16D-63B58A6E47EB}" srcOrd="0" destOrd="0" parTransId="{837B9100-CE37-8943-83C3-1A92FD84319C}" sibTransId="{68E70B33-83CC-0349-808D-D2A132D0C4E4}"/>
    <dgm:cxn modelId="{9425666C-E527-BF4C-A085-57E26024F520}" type="presOf" srcId="{2571CA92-CDFE-CA46-8306-6E8788D2581F}" destId="{98A9D89F-8306-2543-9959-A6200878E63A}" srcOrd="0" destOrd="0" presId="urn:microsoft.com/office/officeart/2005/8/layout/radial5"/>
    <dgm:cxn modelId="{64185D6D-065F-2F4C-BC37-9BF8AADC9512}" type="presOf" srcId="{83F5EE57-CC15-F04F-BBBA-1CCE06EA4D4F}" destId="{39323F02-9BCE-4F47-8591-94FB1DD8479D}" srcOrd="1" destOrd="0" presId="urn:microsoft.com/office/officeart/2005/8/layout/radial5"/>
    <dgm:cxn modelId="{1CE0EA9D-07B4-B04C-B439-A1842ECF88AD}" type="presOf" srcId="{741067DB-E147-1D49-883A-52D8DAFCB750}" destId="{A2346B7A-0865-AB48-953D-7DB73BC76A2F}" srcOrd="0" destOrd="0" presId="urn:microsoft.com/office/officeart/2005/8/layout/radial5"/>
    <dgm:cxn modelId="{17A057A7-97C7-D349-86A3-08978839178D}" srcId="{53DF5802-E4A8-484E-A16D-63B58A6E47EB}" destId="{741067DB-E147-1D49-883A-52D8DAFCB750}" srcOrd="2" destOrd="0" parTransId="{066C746E-4A6D-2040-957B-D6AA978AA39E}" sibTransId="{D5122BBB-00D8-E24E-B2F1-8635ECAC5BF4}"/>
    <dgm:cxn modelId="{E38516B1-3B9C-144F-B2EC-5FCE3EA60C02}" type="presOf" srcId="{066C746E-4A6D-2040-957B-D6AA978AA39E}" destId="{A45CB8BF-20BB-634A-872C-A06BCA42908B}" srcOrd="1" destOrd="0" presId="urn:microsoft.com/office/officeart/2005/8/layout/radial5"/>
    <dgm:cxn modelId="{D1A017B2-43BF-ED41-AE04-A8A2BA904890}" type="presOf" srcId="{B7C4F982-998C-EF48-B9F0-221635574356}" destId="{3AF36906-E8B7-FD40-A27A-089EE62CFEA2}" srcOrd="0" destOrd="0" presId="urn:microsoft.com/office/officeart/2005/8/layout/radial5"/>
    <dgm:cxn modelId="{8A78B7C0-1242-884E-882F-ED445CF6C824}" type="presOf" srcId="{EF117057-6035-9049-9DE6-1DC151B529EB}" destId="{72AA8F88-36F7-1D46-B6BA-E8077B6A56C7}" srcOrd="0" destOrd="0" presId="urn:microsoft.com/office/officeart/2005/8/layout/radial5"/>
    <dgm:cxn modelId="{BF6CE1C4-2632-C54B-BF23-7A11FF748F27}" type="presOf" srcId="{0C8876A3-687C-6240-BB55-6ACF205B5325}" destId="{9A8B0E16-268D-B440-AC52-704D00487F5B}" srcOrd="0" destOrd="0" presId="urn:microsoft.com/office/officeart/2005/8/layout/radial5"/>
    <dgm:cxn modelId="{05689CCB-293A-CD49-8425-F1C12F5AF7C5}" type="presOf" srcId="{A6E4C12A-7742-2146-AB13-9BE660AB0F9A}" destId="{E4EFC0DA-C605-CB40-8C01-D4352B47C999}" srcOrd="1" destOrd="0" presId="urn:microsoft.com/office/officeart/2005/8/layout/radial5"/>
    <dgm:cxn modelId="{92CF30F7-390D-2B4C-B4C4-7D20E85E9D19}" type="presOf" srcId="{A6E4C12A-7742-2146-AB13-9BE660AB0F9A}" destId="{BC163937-3003-984B-A9A3-D1F988FFEF92}" srcOrd="0" destOrd="0" presId="urn:microsoft.com/office/officeart/2005/8/layout/radial5"/>
    <dgm:cxn modelId="{35CEA4F7-22BD-DC4F-B044-DC9CDCADCF71}" srcId="{53DF5802-E4A8-484E-A16D-63B58A6E47EB}" destId="{B7C4F982-998C-EF48-B9F0-221635574356}" srcOrd="1" destOrd="0" parTransId="{83F5EE57-CC15-F04F-BBBA-1CCE06EA4D4F}" sibTransId="{E23E68C4-0AC1-4B41-BEE8-F7ECF15F8D3D}"/>
    <dgm:cxn modelId="{67E088D9-CB56-3147-9368-EE8DD62965CB}" type="presParOf" srcId="{9428C6A6-F52E-B14B-A09D-8C95569A4FA2}" destId="{1765F3DE-1191-8E42-9D8D-6FA43ABAB439}" srcOrd="0" destOrd="0" presId="urn:microsoft.com/office/officeart/2005/8/layout/radial5"/>
    <dgm:cxn modelId="{0F1A60F8-1F70-6D41-882F-9D2F08843D13}" type="presParOf" srcId="{9428C6A6-F52E-B14B-A09D-8C95569A4FA2}" destId="{BC163937-3003-984B-A9A3-D1F988FFEF92}" srcOrd="1" destOrd="0" presId="urn:microsoft.com/office/officeart/2005/8/layout/radial5"/>
    <dgm:cxn modelId="{BEC586AB-2C81-F54E-83CE-E9CA09CAB67A}" type="presParOf" srcId="{BC163937-3003-984B-A9A3-D1F988FFEF92}" destId="{E4EFC0DA-C605-CB40-8C01-D4352B47C999}" srcOrd="0" destOrd="0" presId="urn:microsoft.com/office/officeart/2005/8/layout/radial5"/>
    <dgm:cxn modelId="{D3B59F42-F7B5-0E4A-BCCF-21283ADC6B96}" type="presParOf" srcId="{9428C6A6-F52E-B14B-A09D-8C95569A4FA2}" destId="{72AA8F88-36F7-1D46-B6BA-E8077B6A56C7}" srcOrd="2" destOrd="0" presId="urn:microsoft.com/office/officeart/2005/8/layout/radial5"/>
    <dgm:cxn modelId="{A3044BCF-B5D4-9A44-8FB6-F36C65FB8E29}" type="presParOf" srcId="{9428C6A6-F52E-B14B-A09D-8C95569A4FA2}" destId="{D24CDA4B-A849-8D45-8C5A-4229B61B3CD9}" srcOrd="3" destOrd="0" presId="urn:microsoft.com/office/officeart/2005/8/layout/radial5"/>
    <dgm:cxn modelId="{D7B68EDD-9F26-574B-BE55-C913E8EEA353}" type="presParOf" srcId="{D24CDA4B-A849-8D45-8C5A-4229B61B3CD9}" destId="{39323F02-9BCE-4F47-8591-94FB1DD8479D}" srcOrd="0" destOrd="0" presId="urn:microsoft.com/office/officeart/2005/8/layout/radial5"/>
    <dgm:cxn modelId="{80EF133D-74BC-6A45-9ABF-C849457B93A0}" type="presParOf" srcId="{9428C6A6-F52E-B14B-A09D-8C95569A4FA2}" destId="{3AF36906-E8B7-FD40-A27A-089EE62CFEA2}" srcOrd="4" destOrd="0" presId="urn:microsoft.com/office/officeart/2005/8/layout/radial5"/>
    <dgm:cxn modelId="{D2C3DF6C-0722-5640-9870-A4BB1653B181}" type="presParOf" srcId="{9428C6A6-F52E-B14B-A09D-8C95569A4FA2}" destId="{EF067AF6-C252-674A-90AB-BFFF5B6D34AE}" srcOrd="5" destOrd="0" presId="urn:microsoft.com/office/officeart/2005/8/layout/radial5"/>
    <dgm:cxn modelId="{ABBFDAAE-4066-4C42-A143-332D9B51D7FC}" type="presParOf" srcId="{EF067AF6-C252-674A-90AB-BFFF5B6D34AE}" destId="{A45CB8BF-20BB-634A-872C-A06BCA42908B}" srcOrd="0" destOrd="0" presId="urn:microsoft.com/office/officeart/2005/8/layout/radial5"/>
    <dgm:cxn modelId="{B8D789C0-F852-C648-BEE1-85810E90AC55}" type="presParOf" srcId="{9428C6A6-F52E-B14B-A09D-8C95569A4FA2}" destId="{A2346B7A-0865-AB48-953D-7DB73BC76A2F}" srcOrd="6" destOrd="0" presId="urn:microsoft.com/office/officeart/2005/8/layout/radial5"/>
    <dgm:cxn modelId="{AB7B5DA6-432A-1048-847F-F8CDB9E2D3F0}" type="presParOf" srcId="{9428C6A6-F52E-B14B-A09D-8C95569A4FA2}" destId="{98A9D89F-8306-2543-9959-A6200878E63A}" srcOrd="7" destOrd="0" presId="urn:microsoft.com/office/officeart/2005/8/layout/radial5"/>
    <dgm:cxn modelId="{5A8E8C98-A8C1-EF47-B38B-809BDC3AA710}" type="presParOf" srcId="{98A9D89F-8306-2543-9959-A6200878E63A}" destId="{E42C1CCA-AF53-E649-A072-7D05BEF6769E}" srcOrd="0" destOrd="0" presId="urn:microsoft.com/office/officeart/2005/8/layout/radial5"/>
    <dgm:cxn modelId="{2CC2BEFD-5B54-434B-BB6E-D27D6649FF46}" type="presParOf" srcId="{9428C6A6-F52E-B14B-A09D-8C95569A4FA2}" destId="{9A8B0E16-268D-B440-AC52-704D00487F5B}"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5F3DE-1191-8E42-9D8D-6FA43ABAB439}">
      <dsp:nvSpPr>
        <dsp:cNvPr id="0" name=""/>
        <dsp:cNvSpPr/>
      </dsp:nvSpPr>
      <dsp:spPr>
        <a:xfrm>
          <a:off x="5054162" y="2276435"/>
          <a:ext cx="1624092" cy="1624092"/>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err="1"/>
            <a:t>Aplicações</a:t>
          </a:r>
          <a:endParaRPr lang="en-US" sz="2000" kern="1200" dirty="0"/>
        </a:p>
      </dsp:txBody>
      <dsp:txXfrm>
        <a:off x="5292005" y="2514278"/>
        <a:ext cx="1148406" cy="1148406"/>
      </dsp:txXfrm>
    </dsp:sp>
    <dsp:sp modelId="{BC163937-3003-984B-A9A3-D1F988FFEF92}">
      <dsp:nvSpPr>
        <dsp:cNvPr id="0" name=""/>
        <dsp:cNvSpPr/>
      </dsp:nvSpPr>
      <dsp:spPr>
        <a:xfrm rot="16200000">
          <a:off x="5694252" y="1685626"/>
          <a:ext cx="343913" cy="55219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5745839" y="1847651"/>
        <a:ext cx="240739" cy="331315"/>
      </dsp:txXfrm>
    </dsp:sp>
    <dsp:sp modelId="{72AA8F88-36F7-1D46-B6BA-E8077B6A56C7}">
      <dsp:nvSpPr>
        <dsp:cNvPr id="0" name=""/>
        <dsp:cNvSpPr/>
      </dsp:nvSpPr>
      <dsp:spPr>
        <a:xfrm>
          <a:off x="5054162" y="3450"/>
          <a:ext cx="1624092" cy="1624092"/>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err="1"/>
            <a:t>Saúde</a:t>
          </a:r>
          <a:endParaRPr lang="en-US" sz="1300" kern="1200" dirty="0"/>
        </a:p>
      </dsp:txBody>
      <dsp:txXfrm>
        <a:off x="5292005" y="241293"/>
        <a:ext cx="1148406" cy="1148406"/>
      </dsp:txXfrm>
    </dsp:sp>
    <dsp:sp modelId="{D24CDA4B-A849-8D45-8C5A-4229B61B3CD9}">
      <dsp:nvSpPr>
        <dsp:cNvPr id="0" name=""/>
        <dsp:cNvSpPr/>
      </dsp:nvSpPr>
      <dsp:spPr>
        <a:xfrm>
          <a:off x="6821011" y="2812385"/>
          <a:ext cx="343913" cy="55219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821011" y="2922823"/>
        <a:ext cx="240739" cy="331315"/>
      </dsp:txXfrm>
    </dsp:sp>
    <dsp:sp modelId="{3AF36906-E8B7-FD40-A27A-089EE62CFEA2}">
      <dsp:nvSpPr>
        <dsp:cNvPr id="0" name=""/>
        <dsp:cNvSpPr/>
      </dsp:nvSpPr>
      <dsp:spPr>
        <a:xfrm>
          <a:off x="7327147" y="2276435"/>
          <a:ext cx="1624092" cy="1624092"/>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err="1"/>
            <a:t>Política</a:t>
          </a:r>
          <a:endParaRPr lang="en-US" sz="1300" kern="1200" dirty="0"/>
        </a:p>
      </dsp:txBody>
      <dsp:txXfrm>
        <a:off x="7564990" y="2514278"/>
        <a:ext cx="1148406" cy="1148406"/>
      </dsp:txXfrm>
    </dsp:sp>
    <dsp:sp modelId="{EF067AF6-C252-674A-90AB-BFFF5B6D34AE}">
      <dsp:nvSpPr>
        <dsp:cNvPr id="0" name=""/>
        <dsp:cNvSpPr/>
      </dsp:nvSpPr>
      <dsp:spPr>
        <a:xfrm rot="5400000">
          <a:off x="5694252" y="3939144"/>
          <a:ext cx="343913" cy="55219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5745839" y="3997995"/>
        <a:ext cx="240739" cy="331315"/>
      </dsp:txXfrm>
    </dsp:sp>
    <dsp:sp modelId="{A2346B7A-0865-AB48-953D-7DB73BC76A2F}">
      <dsp:nvSpPr>
        <dsp:cNvPr id="0" name=""/>
        <dsp:cNvSpPr/>
      </dsp:nvSpPr>
      <dsp:spPr>
        <a:xfrm>
          <a:off x="5054162" y="4549420"/>
          <a:ext cx="1624092" cy="1624092"/>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err="1"/>
            <a:t>Gerenciamento</a:t>
          </a:r>
          <a:r>
            <a:rPr lang="en-US" sz="1300" kern="1200" dirty="0"/>
            <a:t> de </a:t>
          </a:r>
          <a:r>
            <a:rPr lang="en-US" sz="1300" kern="1200" dirty="0" err="1"/>
            <a:t>desastres</a:t>
          </a:r>
          <a:endParaRPr lang="en-US" sz="1300" kern="1200" dirty="0"/>
        </a:p>
      </dsp:txBody>
      <dsp:txXfrm>
        <a:off x="5292005" y="4787263"/>
        <a:ext cx="1148406" cy="1148406"/>
      </dsp:txXfrm>
    </dsp:sp>
    <dsp:sp modelId="{98A9D89F-8306-2543-9959-A6200878E63A}">
      <dsp:nvSpPr>
        <dsp:cNvPr id="0" name=""/>
        <dsp:cNvSpPr/>
      </dsp:nvSpPr>
      <dsp:spPr>
        <a:xfrm rot="10800000">
          <a:off x="4567493" y="2812385"/>
          <a:ext cx="343913" cy="55219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4670667" y="2922823"/>
        <a:ext cx="240739" cy="331315"/>
      </dsp:txXfrm>
    </dsp:sp>
    <dsp:sp modelId="{9A8B0E16-268D-B440-AC52-704D00487F5B}">
      <dsp:nvSpPr>
        <dsp:cNvPr id="0" name=""/>
        <dsp:cNvSpPr/>
      </dsp:nvSpPr>
      <dsp:spPr>
        <a:xfrm>
          <a:off x="2781177" y="2276435"/>
          <a:ext cx="1624092" cy="1624092"/>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err="1"/>
            <a:t>Controle</a:t>
          </a:r>
          <a:r>
            <a:rPr lang="en-US" sz="1300" kern="1200" dirty="0"/>
            <a:t> de </a:t>
          </a:r>
          <a:r>
            <a:rPr lang="en-US" sz="1300" kern="1200" dirty="0" err="1"/>
            <a:t>multidões</a:t>
          </a:r>
          <a:endParaRPr lang="en-US" sz="1300" kern="1200" dirty="0"/>
        </a:p>
      </dsp:txBody>
      <dsp:txXfrm>
        <a:off x="3019020" y="2514278"/>
        <a:ext cx="1148406" cy="1148406"/>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C8CEC3D-96F7-401F-9673-3EE7F75C9C5B}" type="datetimeFigureOut">
              <a:rPr lang="en-US"/>
              <a:t>10/1/19</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98ED8CD-4E4C-49AC-BDC6-2963BA49E54F}" type="slidenum">
              <a:rPr/>
              <a:t>‹#›</a:t>
            </a:fld>
            <a:endParaRPr/>
          </a:p>
        </p:txBody>
      </p:sp>
    </p:spTree>
    <p:extLst>
      <p:ext uri="{BB962C8B-B14F-4D97-AF65-F5344CB8AC3E}">
        <p14:creationId xmlns:p14="http://schemas.microsoft.com/office/powerpoint/2010/main" val="343417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32BCF4-D26D-4DAF-9F57-FE1E61FE7935}" type="datetimeFigureOut">
              <a:rPr lang="en-US"/>
              <a:t>10/1/19</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B91549-43BF-425A-AF25-75262019208C}" type="slidenum">
              <a:rPr/>
              <a:t>‹#›</a:t>
            </a:fld>
            <a:endParaRPr/>
          </a:p>
        </p:txBody>
      </p:sp>
    </p:spTree>
    <p:extLst>
      <p:ext uri="{BB962C8B-B14F-4D97-AF65-F5344CB8AC3E}">
        <p14:creationId xmlns:p14="http://schemas.microsoft.com/office/powerpoint/2010/main" val="42392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 </a:t>
            </a:r>
            <a:r>
              <a:rPr lang="pt-BR" dirty="0" err="1"/>
              <a:t>their</a:t>
            </a:r>
            <a:r>
              <a:rPr lang="pt-BR" dirty="0"/>
              <a:t> </a:t>
            </a:r>
            <a:r>
              <a:rPr lang="pt-BR" dirty="0" err="1"/>
              <a:t>work</a:t>
            </a:r>
            <a:r>
              <a:rPr lang="pt-BR" dirty="0"/>
              <a:t> </a:t>
            </a:r>
            <a:r>
              <a:rPr lang="pt-BR" dirty="0" err="1"/>
              <a:t>published</a:t>
            </a:r>
            <a:r>
              <a:rPr lang="pt-BR" dirty="0"/>
              <a:t> in 2007, </a:t>
            </a:r>
            <a:r>
              <a:rPr lang="pt-BR" dirty="0" err="1"/>
              <a:t>they</a:t>
            </a:r>
            <a:r>
              <a:rPr lang="pt-BR" dirty="0"/>
              <a:t> </a:t>
            </a:r>
            <a:r>
              <a:rPr lang="pt-BR" dirty="0" err="1"/>
              <a:t>evaluated</a:t>
            </a:r>
            <a:r>
              <a:rPr lang="pt-BR" dirty="0"/>
              <a:t> a </a:t>
            </a:r>
            <a:r>
              <a:rPr lang="pt-BR" dirty="0" err="1"/>
              <a:t>densely</a:t>
            </a:r>
            <a:r>
              <a:rPr lang="pt-BR" dirty="0"/>
              <a:t> </a:t>
            </a:r>
            <a:r>
              <a:rPr lang="pt-BR" dirty="0" err="1"/>
              <a:t>interconnected</a:t>
            </a:r>
            <a:r>
              <a:rPr lang="pt-BR" dirty="0"/>
              <a:t> social network </a:t>
            </a:r>
            <a:r>
              <a:rPr lang="pt-BR" dirty="0" err="1"/>
              <a:t>of</a:t>
            </a:r>
            <a:r>
              <a:rPr lang="pt-BR" dirty="0"/>
              <a:t> </a:t>
            </a:r>
            <a:r>
              <a:rPr lang="pt-BR" dirty="0" err="1"/>
              <a:t>around</a:t>
            </a:r>
            <a:r>
              <a:rPr lang="pt-BR" dirty="0"/>
              <a:t> 12,000 </a:t>
            </a:r>
            <a:r>
              <a:rPr lang="pt-BR" dirty="0" err="1"/>
              <a:t>people</a:t>
            </a:r>
            <a:r>
              <a:rPr lang="pt-BR" dirty="0"/>
              <a:t>, </a:t>
            </a:r>
            <a:r>
              <a:rPr lang="pt-BR" dirty="0" err="1"/>
              <a:t>assessed</a:t>
            </a:r>
            <a:r>
              <a:rPr lang="pt-BR" dirty="0"/>
              <a:t> </a:t>
            </a:r>
            <a:r>
              <a:rPr lang="pt-BR" dirty="0" err="1"/>
              <a:t>repeatedly</a:t>
            </a:r>
            <a:r>
              <a:rPr lang="pt-BR" dirty="0"/>
              <a:t> </a:t>
            </a:r>
            <a:r>
              <a:rPr lang="pt-BR" dirty="0" err="1"/>
              <a:t>between</a:t>
            </a:r>
            <a:r>
              <a:rPr lang="pt-BR" dirty="0"/>
              <a:t> </a:t>
            </a:r>
            <a:r>
              <a:rPr lang="pt-BR" dirty="0" err="1"/>
              <a:t>the</a:t>
            </a:r>
            <a:r>
              <a:rPr lang="pt-BR" dirty="0"/>
              <a:t> </a:t>
            </a:r>
            <a:r>
              <a:rPr lang="pt-BR" dirty="0" err="1"/>
              <a:t>period</a:t>
            </a:r>
            <a:r>
              <a:rPr lang="pt-BR" dirty="0"/>
              <a:t> </a:t>
            </a:r>
            <a:r>
              <a:rPr lang="pt-BR" dirty="0" err="1"/>
              <a:t>of</a:t>
            </a:r>
            <a:r>
              <a:rPr lang="pt-BR" dirty="0"/>
              <a:t> 1971 </a:t>
            </a:r>
            <a:r>
              <a:rPr lang="pt-BR" dirty="0" err="1"/>
              <a:t>to</a:t>
            </a:r>
            <a:r>
              <a:rPr lang="pt-BR" dirty="0"/>
              <a:t> 2003.</a:t>
            </a:r>
          </a:p>
          <a:p>
            <a:r>
              <a:rPr lang="pt-BR" dirty="0"/>
              <a:t> </a:t>
            </a:r>
          </a:p>
          <a:p>
            <a:r>
              <a:rPr lang="pt-BR" dirty="0" err="1"/>
              <a:t>They</a:t>
            </a:r>
            <a:r>
              <a:rPr lang="pt-BR" dirty="0"/>
              <a:t> </a:t>
            </a:r>
            <a:r>
              <a:rPr lang="pt-BR" dirty="0" err="1"/>
              <a:t>showed</a:t>
            </a:r>
            <a:r>
              <a:rPr lang="pt-BR" dirty="0"/>
              <a:t> </a:t>
            </a:r>
            <a:r>
              <a:rPr lang="pt-BR" dirty="0" err="1"/>
              <a:t>that</a:t>
            </a:r>
            <a:r>
              <a:rPr lang="pt-BR" dirty="0"/>
              <a:t> a </a:t>
            </a:r>
            <a:r>
              <a:rPr lang="pt-BR" dirty="0" err="1"/>
              <a:t>person’s</a:t>
            </a:r>
            <a:r>
              <a:rPr lang="pt-BR" dirty="0"/>
              <a:t> chances </a:t>
            </a:r>
            <a:r>
              <a:rPr lang="pt-BR" dirty="0" err="1"/>
              <a:t>of</a:t>
            </a:r>
            <a:r>
              <a:rPr lang="pt-BR" dirty="0"/>
              <a:t> </a:t>
            </a:r>
            <a:r>
              <a:rPr lang="pt-BR" dirty="0" err="1"/>
              <a:t>becoming</a:t>
            </a:r>
            <a:r>
              <a:rPr lang="pt-BR" dirty="0"/>
              <a:t> </a:t>
            </a:r>
            <a:r>
              <a:rPr lang="pt-BR" dirty="0" err="1"/>
              <a:t>obese</a:t>
            </a:r>
            <a:r>
              <a:rPr lang="pt-BR" dirty="0"/>
              <a:t> </a:t>
            </a:r>
            <a:r>
              <a:rPr lang="pt-BR" dirty="0" err="1"/>
              <a:t>increased</a:t>
            </a:r>
            <a:r>
              <a:rPr lang="pt-BR" dirty="0"/>
              <a:t> </a:t>
            </a:r>
            <a:r>
              <a:rPr lang="pt-BR" dirty="0" err="1"/>
              <a:t>by</a:t>
            </a:r>
            <a:r>
              <a:rPr lang="pt-BR" dirty="0"/>
              <a:t> 57% </a:t>
            </a:r>
            <a:r>
              <a:rPr lang="pt-BR" dirty="0" err="1"/>
              <a:t>if</a:t>
            </a:r>
            <a:r>
              <a:rPr lang="pt-BR" dirty="0"/>
              <a:t> </a:t>
            </a:r>
            <a:r>
              <a:rPr lang="pt-BR" dirty="0" err="1"/>
              <a:t>he</a:t>
            </a:r>
            <a:r>
              <a:rPr lang="pt-BR" dirty="0"/>
              <a:t> </a:t>
            </a:r>
            <a:r>
              <a:rPr lang="pt-BR" dirty="0" err="1"/>
              <a:t>or</a:t>
            </a:r>
            <a:r>
              <a:rPr lang="pt-BR" dirty="0"/>
              <a:t> </a:t>
            </a:r>
            <a:r>
              <a:rPr lang="pt-BR" dirty="0" err="1"/>
              <a:t>she</a:t>
            </a:r>
            <a:r>
              <a:rPr lang="pt-BR" dirty="0"/>
              <a:t> </a:t>
            </a:r>
            <a:r>
              <a:rPr lang="pt-BR" dirty="0" err="1"/>
              <a:t>had</a:t>
            </a:r>
            <a:r>
              <a:rPr lang="pt-BR" dirty="0"/>
              <a:t> a </a:t>
            </a:r>
            <a:r>
              <a:rPr lang="pt-BR" dirty="0" err="1"/>
              <a:t>friend</a:t>
            </a:r>
            <a:r>
              <a:rPr lang="pt-BR" dirty="0"/>
              <a:t> </a:t>
            </a:r>
            <a:r>
              <a:rPr lang="pt-BR" dirty="0" err="1"/>
              <a:t>who</a:t>
            </a:r>
            <a:r>
              <a:rPr lang="pt-BR" dirty="0"/>
              <a:t> </a:t>
            </a:r>
            <a:r>
              <a:rPr lang="pt-BR" dirty="0" err="1"/>
              <a:t>became</a:t>
            </a:r>
            <a:r>
              <a:rPr lang="pt-BR" dirty="0"/>
              <a:t> </a:t>
            </a:r>
            <a:r>
              <a:rPr lang="pt-BR" dirty="0" err="1"/>
              <a:t>obese</a:t>
            </a:r>
            <a:r>
              <a:rPr lang="pt-BR" dirty="0"/>
              <a:t> in a </a:t>
            </a:r>
            <a:r>
              <a:rPr lang="pt-BR" dirty="0" err="1"/>
              <a:t>given</a:t>
            </a:r>
            <a:r>
              <a:rPr lang="pt-BR" dirty="0"/>
              <a:t> </a:t>
            </a:r>
            <a:r>
              <a:rPr lang="pt-BR" dirty="0" err="1"/>
              <a:t>interval</a:t>
            </a:r>
            <a:r>
              <a:rPr lang="pt-BR" dirty="0"/>
              <a:t>. </a:t>
            </a:r>
            <a:r>
              <a:rPr lang="pt-BR" dirty="0" err="1"/>
              <a:t>If</a:t>
            </a:r>
            <a:r>
              <a:rPr lang="pt-BR" dirty="0"/>
              <a:t> </a:t>
            </a:r>
            <a:r>
              <a:rPr lang="pt-BR" dirty="0" err="1"/>
              <a:t>one</a:t>
            </a:r>
            <a:r>
              <a:rPr lang="pt-BR" dirty="0"/>
              <a:t> </a:t>
            </a:r>
            <a:r>
              <a:rPr lang="pt-BR" dirty="0" err="1"/>
              <a:t>spouse</a:t>
            </a:r>
            <a:r>
              <a:rPr lang="pt-BR" dirty="0"/>
              <a:t> </a:t>
            </a:r>
            <a:r>
              <a:rPr lang="pt-BR" dirty="0" err="1"/>
              <a:t>became</a:t>
            </a:r>
            <a:r>
              <a:rPr lang="pt-BR" dirty="0"/>
              <a:t> </a:t>
            </a:r>
            <a:r>
              <a:rPr lang="pt-BR" dirty="0" err="1"/>
              <a:t>obese</a:t>
            </a:r>
            <a:r>
              <a:rPr lang="pt-BR" dirty="0"/>
              <a:t>, </a:t>
            </a:r>
            <a:r>
              <a:rPr lang="pt-BR" dirty="0" err="1"/>
              <a:t>the</a:t>
            </a:r>
            <a:r>
              <a:rPr lang="pt-BR" dirty="0"/>
              <a:t> </a:t>
            </a:r>
            <a:r>
              <a:rPr lang="pt-BR" dirty="0" err="1"/>
              <a:t>likelihood</a:t>
            </a:r>
            <a:r>
              <a:rPr lang="pt-BR" dirty="0"/>
              <a:t> </a:t>
            </a:r>
            <a:r>
              <a:rPr lang="pt-BR" dirty="0" err="1"/>
              <a:t>that</a:t>
            </a:r>
            <a:r>
              <a:rPr lang="pt-BR" dirty="0"/>
              <a:t> </a:t>
            </a:r>
            <a:r>
              <a:rPr lang="pt-BR" dirty="0" err="1"/>
              <a:t>the</a:t>
            </a:r>
            <a:r>
              <a:rPr lang="pt-BR" dirty="0"/>
              <a:t> </a:t>
            </a:r>
            <a:r>
              <a:rPr lang="pt-BR" dirty="0" err="1"/>
              <a:t>other</a:t>
            </a:r>
            <a:r>
              <a:rPr lang="pt-BR" dirty="0"/>
              <a:t> </a:t>
            </a:r>
            <a:r>
              <a:rPr lang="pt-BR" dirty="0" err="1"/>
              <a:t>spouse</a:t>
            </a:r>
            <a:r>
              <a:rPr lang="pt-BR" dirty="0"/>
              <a:t> </a:t>
            </a:r>
            <a:r>
              <a:rPr lang="pt-BR" dirty="0" err="1"/>
              <a:t>would</a:t>
            </a:r>
            <a:r>
              <a:rPr lang="pt-BR" dirty="0"/>
              <a:t> </a:t>
            </a:r>
            <a:r>
              <a:rPr lang="pt-BR" dirty="0" err="1"/>
              <a:t>become</a:t>
            </a:r>
            <a:r>
              <a:rPr lang="pt-BR" dirty="0"/>
              <a:t> </a:t>
            </a:r>
            <a:r>
              <a:rPr lang="pt-BR" dirty="0" err="1"/>
              <a:t>obese</a:t>
            </a:r>
            <a:r>
              <a:rPr lang="pt-BR" dirty="0"/>
              <a:t> </a:t>
            </a:r>
            <a:r>
              <a:rPr lang="pt-BR" dirty="0" err="1"/>
              <a:t>increased</a:t>
            </a:r>
            <a:r>
              <a:rPr lang="pt-BR" dirty="0"/>
              <a:t> </a:t>
            </a:r>
            <a:r>
              <a:rPr lang="pt-BR" dirty="0" err="1"/>
              <a:t>by</a:t>
            </a:r>
            <a:r>
              <a:rPr lang="pt-BR" dirty="0"/>
              <a:t> 37%. </a:t>
            </a:r>
          </a:p>
          <a:p>
            <a:endParaRPr lang="pt-BR" dirty="0"/>
          </a:p>
        </p:txBody>
      </p:sp>
      <p:sp>
        <p:nvSpPr>
          <p:cNvPr id="4" name="Slide Number Placeholder 3"/>
          <p:cNvSpPr>
            <a:spLocks noGrp="1"/>
          </p:cNvSpPr>
          <p:nvPr>
            <p:ph type="sldNum" sz="quarter" idx="5"/>
          </p:nvPr>
        </p:nvSpPr>
        <p:spPr/>
        <p:txBody>
          <a:bodyPr/>
          <a:lstStyle/>
          <a:p>
            <a:fld id="{5FB91549-43BF-425A-AF25-75262019208C}" type="slidenum">
              <a:rPr lang="en-US" smtClean="0"/>
              <a:t>7</a:t>
            </a:fld>
            <a:endParaRPr lang="en-US"/>
          </a:p>
        </p:txBody>
      </p:sp>
    </p:spTree>
    <p:extLst>
      <p:ext uri="{BB962C8B-B14F-4D97-AF65-F5344CB8AC3E}">
        <p14:creationId xmlns:p14="http://schemas.microsoft.com/office/powerpoint/2010/main" val="393314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Indivíduos centrais podem ser bons alvos para espalhamento de comportamentos desejáveis</a:t>
            </a:r>
          </a:p>
          <a:p>
            <a:r>
              <a:rPr lang="pt-BR" dirty="0"/>
              <a:t>Motivar clusters de pessoas pode reduzir o estímulo ao comportamento criminoso</a:t>
            </a:r>
          </a:p>
        </p:txBody>
      </p:sp>
      <p:sp>
        <p:nvSpPr>
          <p:cNvPr id="4" name="Slide Number Placeholder 3"/>
          <p:cNvSpPr>
            <a:spLocks noGrp="1"/>
          </p:cNvSpPr>
          <p:nvPr>
            <p:ph type="sldNum" sz="quarter" idx="5"/>
          </p:nvPr>
        </p:nvSpPr>
        <p:spPr/>
        <p:txBody>
          <a:bodyPr/>
          <a:lstStyle/>
          <a:p>
            <a:fld id="{5FB91549-43BF-425A-AF25-75262019208C}" type="slidenum">
              <a:rPr lang="en-US" smtClean="0"/>
              <a:t>18</a:t>
            </a:fld>
            <a:endParaRPr lang="en-US"/>
          </a:p>
        </p:txBody>
      </p:sp>
    </p:spTree>
    <p:extLst>
      <p:ext uri="{BB962C8B-B14F-4D97-AF65-F5344CB8AC3E}">
        <p14:creationId xmlns:p14="http://schemas.microsoft.com/office/powerpoint/2010/main" val="57890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endParaRPr lang="en-US" dirty="0"/>
          </a:p>
        </p:txBody>
      </p:sp>
      <p:sp>
        <p:nvSpPr>
          <p:cNvPr id="3" name="Subtitle 2"/>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C93FC7-9D1A-468B-98DB-D1E8D74418D9}" type="datetimeFigureOut">
              <a:rPr lang="en-US" smtClean="0"/>
              <a:pPr/>
              <a:t>10/1/19</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A3F31473-23EB-4724-8B59-FE6D21D89FA4}" type="slidenum">
              <a:rPr lang="en-US" smtClean="0"/>
              <a:pPr/>
              <a:t>‹#›</a:t>
            </a:fld>
            <a:endParaRPr lang="en-US"/>
          </a:p>
        </p:txBody>
      </p:sp>
    </p:spTree>
    <p:extLst>
      <p:ext uri="{BB962C8B-B14F-4D97-AF65-F5344CB8AC3E}">
        <p14:creationId xmlns:p14="http://schemas.microsoft.com/office/powerpoint/2010/main" val="279317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93FC7-9D1A-468B-98DB-D1E8D74418D9}" type="datetimeFigureOut">
              <a:rPr lang="en-US" smtClean="0"/>
              <a:t>10/1/19</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362525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3" y="1709739"/>
            <a:ext cx="10512862" cy="2852737"/>
          </a:xfrm>
        </p:spPr>
        <p:txBody>
          <a:bodyPr anchor="b"/>
          <a:lstStyle>
            <a:lvl1pPr>
              <a:defRPr sz="5998"/>
            </a:lvl1pPr>
          </a:lstStyle>
          <a:p>
            <a:r>
              <a:rPr lang="en-US"/>
              <a:t>Click to edit Master title style</a:t>
            </a:r>
            <a:endParaRPr lang="en-US" dirty="0"/>
          </a:p>
        </p:txBody>
      </p:sp>
      <p:sp>
        <p:nvSpPr>
          <p:cNvPr id="3" name="Text Placeholder 2"/>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1C93FC7-9D1A-468B-98DB-D1E8D74418D9}" type="datetimeFigureOut">
              <a:rPr lang="en-US" smtClean="0"/>
              <a:pPr/>
              <a:t>10/1/19</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A3F31473-23EB-4724-8B59-FE6D21D89FA4}" type="slidenum">
              <a:rPr lang="en-US" smtClean="0"/>
              <a:pPr/>
              <a:t>‹#›</a:t>
            </a:fld>
            <a:endParaRPr lang="en-US"/>
          </a:p>
        </p:txBody>
      </p:sp>
    </p:spTree>
    <p:extLst>
      <p:ext uri="{BB962C8B-B14F-4D97-AF65-F5344CB8AC3E}">
        <p14:creationId xmlns:p14="http://schemas.microsoft.com/office/powerpoint/2010/main" val="45492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798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59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C93FC7-9D1A-468B-98DB-D1E8D74418D9}" type="datetimeFigureOut">
              <a:rPr lang="en-US" smtClean="0"/>
              <a:t>10/1/19</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13615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65126"/>
            <a:ext cx="10512862"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4" name="Content Placeholder 3"/>
          <p:cNvSpPr>
            <a:spLocks noGrp="1"/>
          </p:cNvSpPr>
          <p:nvPr>
            <p:ph sz="half" idx="2"/>
          </p:nvPr>
        </p:nvSpPr>
        <p:spPr>
          <a:xfrm>
            <a:off x="839570" y="2505075"/>
            <a:ext cx="5156444"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6" name="Content Placeholder 5"/>
          <p:cNvSpPr>
            <a:spLocks noGrp="1"/>
          </p:cNvSpPr>
          <p:nvPr>
            <p:ph sz="quarter" idx="4"/>
          </p:nvPr>
        </p:nvSpPr>
        <p:spPr>
          <a:xfrm>
            <a:off x="6170593" y="2505075"/>
            <a:ext cx="518183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C93FC7-9D1A-468B-98DB-D1E8D74418D9}" type="datetimeFigureOut">
              <a:rPr lang="en-US" smtClean="0"/>
              <a:t>10/1/19</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121763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C93FC7-9D1A-468B-98DB-D1E8D74418D9}" type="datetimeFigureOut">
              <a:rPr lang="en-US" smtClean="0"/>
              <a:t>10/1/19</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111305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93FC7-9D1A-468B-98DB-D1E8D74418D9}" type="datetimeFigureOut">
              <a:rPr lang="en-US" smtClean="0"/>
              <a:t>10/1/19</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56732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US" dirty="0"/>
          </a:p>
        </p:txBody>
      </p:sp>
      <p:sp>
        <p:nvSpPr>
          <p:cNvPr id="3" name="Content Placeholder 2"/>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C93FC7-9D1A-468B-98DB-D1E8D74418D9}" type="datetimeFigureOut">
              <a:rPr lang="en-US" smtClean="0"/>
              <a:t>10/1/19</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294056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1838" y="987426"/>
            <a:ext cx="6170593" cy="4873625"/>
          </a:xfrm>
        </p:spPr>
        <p:txBody>
          <a:bodyPr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C93FC7-9D1A-468B-98DB-D1E8D74418D9}" type="datetimeFigureOut">
              <a:rPr lang="en-US" smtClean="0"/>
              <a:t>10/1/19</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51589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93FC7-9D1A-468B-98DB-D1E8D74418D9}" type="datetimeFigureOut">
              <a:rPr lang="en-US" smtClean="0"/>
              <a:t>10/1/19</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296607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65125"/>
            <a:ext cx="262821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365125"/>
            <a:ext cx="7732286"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93FC7-9D1A-468B-98DB-D1E8D74418D9}" type="datetimeFigureOut">
              <a:rPr lang="en-US" smtClean="0"/>
              <a:t>10/1/19</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1692187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2">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6A7CAD-2CF9-044E-8939-4C179A8999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88824" cy="6858000"/>
          </a:xfrm>
          <a:prstGeom prst="rect">
            <a:avLst/>
          </a:prstGeom>
        </p:spPr>
      </p:pic>
    </p:spTree>
    <p:extLst>
      <p:ext uri="{BB962C8B-B14F-4D97-AF65-F5344CB8AC3E}">
        <p14:creationId xmlns:p14="http://schemas.microsoft.com/office/powerpoint/2010/main" val="29334934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C93FC7-9D1A-468B-98DB-D1E8D74418D9}" type="datetimeFigureOut">
              <a:rPr lang="en-US" smtClean="0"/>
              <a:pPr/>
              <a:t>10/1/19</a:t>
            </a:fld>
            <a:endParaRPr lang="en-US" dirty="0"/>
          </a:p>
        </p:txBody>
      </p:sp>
      <p:sp>
        <p:nvSpPr>
          <p:cNvPr id="5" name="Footer Placeholder 4"/>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F31473-23EB-4724-8B59-FE6D21D89FA4}" type="slidenum">
              <a:rPr lang="en-US" smtClean="0"/>
              <a:pPr/>
              <a:t>‹#›</a:t>
            </a:fld>
            <a:endParaRPr lang="en-US"/>
          </a:p>
        </p:txBody>
      </p:sp>
    </p:spTree>
    <p:extLst>
      <p:ext uri="{BB962C8B-B14F-4D97-AF65-F5344CB8AC3E}">
        <p14:creationId xmlns:p14="http://schemas.microsoft.com/office/powerpoint/2010/main" val="207797165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0A15A2-E49A-7443-8DAE-1692AE5CF453}"/>
              </a:ext>
            </a:extLst>
          </p:cNvPr>
          <p:cNvSpPr>
            <a:spLocks noGrp="1"/>
          </p:cNvSpPr>
          <p:nvPr>
            <p:ph type="ctrTitle"/>
          </p:nvPr>
        </p:nvSpPr>
        <p:spPr/>
        <p:txBody>
          <a:bodyPr/>
          <a:lstStyle/>
          <a:p>
            <a:r>
              <a:rPr lang="pt-BR" dirty="0"/>
              <a:t>Contágio Social em Redes Sociais</a:t>
            </a:r>
          </a:p>
        </p:txBody>
      </p:sp>
      <p:sp>
        <p:nvSpPr>
          <p:cNvPr id="4" name="Subtitle 3">
            <a:extLst>
              <a:ext uri="{FF2B5EF4-FFF2-40B4-BE49-F238E27FC236}">
                <a16:creationId xmlns:a16="http://schemas.microsoft.com/office/drawing/2014/main" id="{AA915810-E72F-A145-8728-847F7168769C}"/>
              </a:ext>
            </a:extLst>
          </p:cNvPr>
          <p:cNvSpPr>
            <a:spLocks noGrp="1"/>
          </p:cNvSpPr>
          <p:nvPr>
            <p:ph type="subTitle" idx="1"/>
          </p:nvPr>
        </p:nvSpPr>
        <p:spPr/>
        <p:txBody>
          <a:bodyPr>
            <a:normAutofit/>
          </a:bodyPr>
          <a:lstStyle/>
          <a:p>
            <a:r>
              <a:rPr lang="pt-BR" i="1" dirty="0"/>
              <a:t>Dr. Eric Fernandes de Mello Araújo</a:t>
            </a:r>
          </a:p>
          <a:p>
            <a:r>
              <a:rPr lang="pt-BR" sz="1800" dirty="0"/>
              <a:t>Professor – Universidade Federal de Lavras (UFLA)</a:t>
            </a:r>
          </a:p>
          <a:p>
            <a:r>
              <a:rPr lang="pt-BR" sz="1800" dirty="0"/>
              <a:t>Coordenador do grupo de pesquisa – </a:t>
            </a:r>
            <a:r>
              <a:rPr lang="pt-BR" sz="1800" dirty="0" err="1"/>
              <a:t>Behavioural</a:t>
            </a:r>
            <a:r>
              <a:rPr lang="pt-BR" sz="1800" dirty="0"/>
              <a:t> </a:t>
            </a:r>
            <a:r>
              <a:rPr lang="pt-BR" sz="1800" dirty="0" err="1"/>
              <a:t>Informatics</a:t>
            </a:r>
            <a:r>
              <a:rPr lang="pt-BR" sz="1800" dirty="0"/>
              <a:t> </a:t>
            </a:r>
            <a:r>
              <a:rPr lang="pt-BR" sz="1800" dirty="0" err="1"/>
              <a:t>Laboratory</a:t>
            </a:r>
            <a:r>
              <a:rPr lang="pt-BR" sz="1800" dirty="0"/>
              <a:t> (</a:t>
            </a:r>
            <a:r>
              <a:rPr lang="pt-BR" sz="1800" dirty="0" err="1"/>
              <a:t>BILbo</a:t>
            </a:r>
            <a:r>
              <a:rPr lang="pt-BR" sz="1800" dirty="0"/>
              <a:t>)</a:t>
            </a:r>
          </a:p>
          <a:p>
            <a:r>
              <a:rPr lang="pt-BR" sz="1800" dirty="0"/>
              <a:t>Pesquisador Visitante – </a:t>
            </a:r>
            <a:r>
              <a:rPr lang="pt-BR" sz="1800" dirty="0" err="1"/>
              <a:t>Vrije</a:t>
            </a:r>
            <a:r>
              <a:rPr lang="pt-BR" sz="1800" dirty="0"/>
              <a:t> </a:t>
            </a:r>
            <a:r>
              <a:rPr lang="pt-BR" sz="1800" dirty="0" err="1"/>
              <a:t>Universiteit</a:t>
            </a:r>
            <a:r>
              <a:rPr lang="pt-BR" sz="1800" dirty="0"/>
              <a:t> Amsterdam</a:t>
            </a:r>
          </a:p>
        </p:txBody>
      </p:sp>
    </p:spTree>
    <p:extLst>
      <p:ext uri="{BB962C8B-B14F-4D97-AF65-F5344CB8AC3E}">
        <p14:creationId xmlns:p14="http://schemas.microsoft.com/office/powerpoint/2010/main" val="2257476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57D5CE-D5C0-A94C-9175-DD1590727B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212" y="304800"/>
            <a:ext cx="1703392" cy="505573"/>
          </a:xfrm>
          <a:prstGeom prst="rect">
            <a:avLst/>
          </a:prstGeom>
        </p:spPr>
      </p:pic>
    </p:spTree>
    <p:extLst>
      <p:ext uri="{BB962C8B-B14F-4D97-AF65-F5344CB8AC3E}">
        <p14:creationId xmlns:p14="http://schemas.microsoft.com/office/powerpoint/2010/main" val="34408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E4F2D-6058-7F4F-8F3E-7D477FAFAEA8}"/>
              </a:ext>
            </a:extLst>
          </p:cNvPr>
          <p:cNvSpPr>
            <a:spLocks noGrp="1"/>
          </p:cNvSpPr>
          <p:nvPr>
            <p:ph type="title"/>
          </p:nvPr>
        </p:nvSpPr>
        <p:spPr/>
        <p:txBody>
          <a:bodyPr/>
          <a:lstStyle/>
          <a:p>
            <a:r>
              <a:rPr lang="en-US" dirty="0" err="1">
                <a:solidFill>
                  <a:schemeClr val="accent1">
                    <a:lumMod val="50000"/>
                  </a:schemeClr>
                </a:solidFill>
              </a:rPr>
              <a:t>Sumário</a:t>
            </a:r>
            <a:endParaRPr lang="en-US" dirty="0">
              <a:solidFill>
                <a:schemeClr val="accent1">
                  <a:lumMod val="50000"/>
                </a:schemeClr>
              </a:solidFill>
            </a:endParaRPr>
          </a:p>
        </p:txBody>
      </p:sp>
      <p:pic>
        <p:nvPicPr>
          <p:cNvPr id="4" name="Content Placeholder 3">
            <a:extLst>
              <a:ext uri="{FF2B5EF4-FFF2-40B4-BE49-F238E27FC236}">
                <a16:creationId xmlns:a16="http://schemas.microsoft.com/office/drawing/2014/main" id="{6B0DE855-4845-C045-BD59-0F53A5A53C7C}"/>
              </a:ext>
            </a:extLst>
          </p:cNvPr>
          <p:cNvPicPr>
            <a:picLocks noGrp="1" noChangeAspect="1"/>
          </p:cNvPicPr>
          <p:nvPr>
            <p:ph idx="1"/>
          </p:nvPr>
        </p:nvPicPr>
        <p:blipFill>
          <a:blip r:embed="rId2"/>
          <a:stretch>
            <a:fillRect/>
          </a:stretch>
        </p:blipFill>
        <p:spPr>
          <a:xfrm>
            <a:off x="840675" y="2209800"/>
            <a:ext cx="5118100" cy="3828000"/>
          </a:xfrm>
          <a:prstGeom prst="rect">
            <a:avLst/>
          </a:prstGeom>
        </p:spPr>
      </p:pic>
      <p:sp>
        <p:nvSpPr>
          <p:cNvPr id="5" name="TextBox 4">
            <a:extLst>
              <a:ext uri="{FF2B5EF4-FFF2-40B4-BE49-F238E27FC236}">
                <a16:creationId xmlns:a16="http://schemas.microsoft.com/office/drawing/2014/main" id="{9CEFE703-152E-3A42-A073-AE3D14D6163B}"/>
              </a:ext>
            </a:extLst>
          </p:cNvPr>
          <p:cNvSpPr txBox="1"/>
          <p:nvPr/>
        </p:nvSpPr>
        <p:spPr>
          <a:xfrm>
            <a:off x="5789612" y="2209800"/>
            <a:ext cx="5561232" cy="3046988"/>
          </a:xfrm>
          <a:prstGeom prst="rect">
            <a:avLst/>
          </a:prstGeom>
          <a:noFill/>
        </p:spPr>
        <p:txBody>
          <a:bodyPr wrap="square" rtlCol="0">
            <a:spAutoFit/>
          </a:bodyPr>
          <a:lstStyle/>
          <a:p>
            <a:pPr marL="457200" indent="-457200">
              <a:buFont typeface="+mj-lt"/>
              <a:buAutoNum type="arabicPeriod"/>
            </a:pPr>
            <a:r>
              <a:rPr lang="en-US" sz="2400" dirty="0" err="1"/>
              <a:t>Conceito</a:t>
            </a:r>
            <a:r>
              <a:rPr lang="en-US" sz="2400" dirty="0"/>
              <a:t> de </a:t>
            </a:r>
            <a:r>
              <a:rPr lang="en-US" sz="2400" dirty="0" err="1"/>
              <a:t>contágio</a:t>
            </a:r>
            <a:r>
              <a:rPr lang="en-US" sz="2400" dirty="0"/>
              <a:t> social</a:t>
            </a:r>
          </a:p>
          <a:p>
            <a:pPr marL="457200" indent="-457200">
              <a:buFont typeface="+mj-lt"/>
              <a:buAutoNum type="arabicPeriod"/>
            </a:pPr>
            <a:r>
              <a:rPr lang="en-US" sz="2400" dirty="0" err="1"/>
              <a:t>Alguns</a:t>
            </a:r>
            <a:r>
              <a:rPr lang="en-US" sz="2400" dirty="0"/>
              <a:t> </a:t>
            </a:r>
            <a:r>
              <a:rPr lang="en-US" sz="2400" dirty="0" err="1"/>
              <a:t>estudos</a:t>
            </a:r>
            <a:r>
              <a:rPr lang="en-US" sz="2400" dirty="0"/>
              <a:t> </a:t>
            </a:r>
            <a:r>
              <a:rPr lang="en-US" sz="2400" dirty="0" err="1"/>
              <a:t>em</a:t>
            </a:r>
            <a:r>
              <a:rPr lang="en-US" sz="2400" dirty="0"/>
              <a:t> </a:t>
            </a:r>
            <a:r>
              <a:rPr lang="en-US" sz="2400" dirty="0" err="1"/>
              <a:t>andamento</a:t>
            </a:r>
            <a:r>
              <a:rPr lang="en-US" sz="2400" dirty="0"/>
              <a:t> </a:t>
            </a:r>
            <a:r>
              <a:rPr lang="en-US" sz="2400" dirty="0" err="1"/>
              <a:t>na</a:t>
            </a:r>
            <a:r>
              <a:rPr lang="en-US" sz="2400" dirty="0"/>
              <a:t> </a:t>
            </a:r>
            <a:r>
              <a:rPr lang="en-US" sz="2400" dirty="0" err="1"/>
              <a:t>área</a:t>
            </a:r>
            <a:r>
              <a:rPr lang="en-US" sz="2400" dirty="0"/>
              <a:t> de </a:t>
            </a:r>
            <a:r>
              <a:rPr lang="en-US" sz="2400" dirty="0" err="1"/>
              <a:t>contágio</a:t>
            </a:r>
            <a:r>
              <a:rPr lang="en-US" sz="2400" dirty="0"/>
              <a:t> social</a:t>
            </a:r>
          </a:p>
          <a:p>
            <a:pPr marL="457200" indent="-457200">
              <a:buFont typeface="+mj-lt"/>
              <a:buAutoNum type="arabicPeriod"/>
            </a:pPr>
            <a:r>
              <a:rPr lang="en-US" sz="2400" dirty="0" err="1"/>
              <a:t>Discussões</a:t>
            </a:r>
            <a:r>
              <a:rPr lang="en-US" sz="2400" dirty="0"/>
              <a:t> </a:t>
            </a:r>
            <a:r>
              <a:rPr lang="en-US" sz="2400" dirty="0" err="1"/>
              <a:t>sobre</a:t>
            </a:r>
            <a:r>
              <a:rPr lang="en-US" sz="2400" dirty="0"/>
              <a:t> o </a:t>
            </a:r>
            <a:r>
              <a:rPr lang="en-US" sz="2400" dirty="0" err="1"/>
              <a:t>contágio</a:t>
            </a:r>
            <a:r>
              <a:rPr lang="en-US" sz="2400" dirty="0"/>
              <a:t> de </a:t>
            </a:r>
            <a:r>
              <a:rPr lang="en-US" sz="2400" dirty="0" err="1"/>
              <a:t>violência</a:t>
            </a:r>
            <a:r>
              <a:rPr lang="en-US" sz="2400" dirty="0"/>
              <a:t> </a:t>
            </a:r>
            <a:r>
              <a:rPr lang="en-US" sz="2400" dirty="0" err="1"/>
              <a:t>em</a:t>
            </a:r>
            <a:r>
              <a:rPr lang="en-US" sz="2400" dirty="0"/>
              <a:t> </a:t>
            </a:r>
            <a:r>
              <a:rPr lang="en-US" sz="2400" dirty="0" err="1"/>
              <a:t>redes</a:t>
            </a:r>
            <a:r>
              <a:rPr lang="en-US" sz="2400" dirty="0"/>
              <a:t> </a:t>
            </a:r>
            <a:r>
              <a:rPr lang="en-US" sz="2400" dirty="0" err="1"/>
              <a:t>sociais</a:t>
            </a:r>
            <a:endParaRPr lang="en-US" sz="2400" dirty="0"/>
          </a:p>
          <a:p>
            <a:pPr marL="457200" indent="-457200">
              <a:buFont typeface="+mj-lt"/>
              <a:buAutoNum type="arabicPeriod"/>
            </a:pPr>
            <a:r>
              <a:rPr lang="en-US" sz="2400" dirty="0" err="1"/>
              <a:t>Sobre</a:t>
            </a:r>
            <a:r>
              <a:rPr lang="en-US" sz="2400" dirty="0"/>
              <a:t> a </a:t>
            </a:r>
            <a:r>
              <a:rPr lang="en-US" sz="2400" dirty="0" err="1"/>
              <a:t>dissonância</a:t>
            </a:r>
            <a:r>
              <a:rPr lang="en-US" sz="2400" dirty="0"/>
              <a:t> </a:t>
            </a:r>
            <a:r>
              <a:rPr lang="en-US" sz="2400" dirty="0" err="1"/>
              <a:t>cognitiva</a:t>
            </a:r>
            <a:r>
              <a:rPr lang="en-US" sz="2400" dirty="0"/>
              <a:t> (se </a:t>
            </a:r>
            <a:r>
              <a:rPr lang="en-US" sz="2400" dirty="0" err="1"/>
              <a:t>houver</a:t>
            </a:r>
            <a:r>
              <a:rPr lang="en-US" sz="2400" dirty="0"/>
              <a:t> tempo…)</a:t>
            </a:r>
          </a:p>
          <a:p>
            <a:pPr marL="457200" indent="-457200">
              <a:buFont typeface="+mj-lt"/>
              <a:buAutoNum type="arabicPeriod"/>
            </a:pPr>
            <a:endParaRPr lang="en-US" sz="2400" dirty="0"/>
          </a:p>
        </p:txBody>
      </p:sp>
    </p:spTree>
    <p:extLst>
      <p:ext uri="{BB962C8B-B14F-4D97-AF65-F5344CB8AC3E}">
        <p14:creationId xmlns:p14="http://schemas.microsoft.com/office/powerpoint/2010/main" val="4038482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ADD8-0335-5842-AFE0-BA87B2912023}"/>
              </a:ext>
            </a:extLst>
          </p:cNvPr>
          <p:cNvSpPr>
            <a:spLocks noGrp="1"/>
          </p:cNvSpPr>
          <p:nvPr>
            <p:ph type="title"/>
          </p:nvPr>
        </p:nvSpPr>
        <p:spPr/>
        <p:txBody>
          <a:bodyPr/>
          <a:lstStyle/>
          <a:p>
            <a:r>
              <a:rPr lang="pt-BR" dirty="0"/>
              <a:t>1. Conceituação</a:t>
            </a:r>
          </a:p>
        </p:txBody>
      </p:sp>
      <p:sp>
        <p:nvSpPr>
          <p:cNvPr id="3" name="Text Placeholder 2">
            <a:extLst>
              <a:ext uri="{FF2B5EF4-FFF2-40B4-BE49-F238E27FC236}">
                <a16:creationId xmlns:a16="http://schemas.microsoft.com/office/drawing/2014/main" id="{68E7B9B2-A19B-C647-BAFD-B3291388B61C}"/>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58587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EE4B38D-42CE-A241-9BA3-D7172408D6A0}"/>
              </a:ext>
            </a:extLst>
          </p:cNvPr>
          <p:cNvSpPr>
            <a:spLocks noGrp="1"/>
          </p:cNvSpPr>
          <p:nvPr>
            <p:ph idx="1"/>
          </p:nvPr>
        </p:nvSpPr>
        <p:spPr/>
        <p:txBody>
          <a:bodyPr>
            <a:normAutofit/>
          </a:bodyPr>
          <a:lstStyle/>
          <a:p>
            <a:pPr marL="0" indent="0">
              <a:buNone/>
            </a:pPr>
            <a:r>
              <a:rPr lang="en-US" dirty="0"/>
              <a:t>Friendship arises out of mere Companionship when two or more of the companions discover that they have in common some insight or interest or even taste which the others do not share and which, till that moment, each believed to be his own unique treasure (or burden). The typical expression of opening Friendship would be something like, ‘What? You too? I thought I was the only one’.”</a:t>
            </a:r>
          </a:p>
          <a:p>
            <a:pPr marL="0" indent="0">
              <a:buNone/>
            </a:pPr>
            <a:endParaRPr lang="en-US" dirty="0"/>
          </a:p>
          <a:p>
            <a:pPr marL="0" indent="0">
              <a:buNone/>
            </a:pPr>
            <a:r>
              <a:rPr lang="en-US" dirty="0"/>
              <a:t>							— C.S. Lewis</a:t>
            </a:r>
          </a:p>
          <a:p>
            <a:pPr marL="0" indent="0">
              <a:buNone/>
            </a:pPr>
            <a:r>
              <a:rPr lang="en-US" dirty="0"/>
              <a:t>							The Four Loves</a:t>
            </a:r>
          </a:p>
          <a:p>
            <a:endParaRPr lang="pt-BR" dirty="0"/>
          </a:p>
        </p:txBody>
      </p:sp>
    </p:spTree>
    <p:extLst>
      <p:ext uri="{BB962C8B-B14F-4D97-AF65-F5344CB8AC3E}">
        <p14:creationId xmlns:p14="http://schemas.microsoft.com/office/powerpoint/2010/main" val="292804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err="1">
                <a:solidFill>
                  <a:schemeClr val="accent1">
                    <a:lumMod val="50000"/>
                  </a:schemeClr>
                </a:solidFill>
              </a:rPr>
              <a:t>Contágio</a:t>
            </a:r>
            <a:r>
              <a:rPr lang="en-US" b="1" dirty="0">
                <a:solidFill>
                  <a:schemeClr val="accent1">
                    <a:lumMod val="50000"/>
                  </a:schemeClr>
                </a:solidFill>
              </a:rPr>
              <a:t> Social</a:t>
            </a:r>
          </a:p>
        </p:txBody>
      </p:sp>
      <p:pic>
        <p:nvPicPr>
          <p:cNvPr id="2" name="Content Placeholder 1">
            <a:extLst>
              <a:ext uri="{FF2B5EF4-FFF2-40B4-BE49-F238E27FC236}">
                <a16:creationId xmlns:a16="http://schemas.microsoft.com/office/drawing/2014/main" id="{6670AAFF-D269-8341-B551-9C186D9A0481}"/>
              </a:ext>
            </a:extLst>
          </p:cNvPr>
          <p:cNvPicPr>
            <a:picLocks noGrp="1" noChangeAspect="1"/>
          </p:cNvPicPr>
          <p:nvPr>
            <p:ph idx="1"/>
          </p:nvPr>
        </p:nvPicPr>
        <p:blipFill>
          <a:blip r:embed="rId2"/>
          <a:stretch>
            <a:fillRect/>
          </a:stretch>
        </p:blipFill>
        <p:spPr>
          <a:xfrm>
            <a:off x="1827212" y="1371600"/>
            <a:ext cx="7378771" cy="5159376"/>
          </a:xfrm>
          <a:prstGeom prst="rect">
            <a:avLst/>
          </a:prstGeom>
        </p:spPr>
      </p:pic>
    </p:spTree>
    <p:extLst>
      <p:ext uri="{BB962C8B-B14F-4D97-AF65-F5344CB8AC3E}">
        <p14:creationId xmlns:p14="http://schemas.microsoft.com/office/powerpoint/2010/main" val="112672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FD81-AADA-FE46-B7E1-C16EAA4D57A4}"/>
              </a:ext>
            </a:extLst>
          </p:cNvPr>
          <p:cNvSpPr>
            <a:spLocks noGrp="1"/>
          </p:cNvSpPr>
          <p:nvPr>
            <p:ph type="title"/>
          </p:nvPr>
        </p:nvSpPr>
        <p:spPr/>
        <p:txBody>
          <a:bodyPr/>
          <a:lstStyle/>
          <a:p>
            <a:r>
              <a:rPr lang="en-US" b="1" dirty="0">
                <a:solidFill>
                  <a:schemeClr val="accent1">
                    <a:lumMod val="50000"/>
                  </a:schemeClr>
                </a:solidFill>
              </a:rPr>
              <a:t>Christakis &amp; Fowler (2007)</a:t>
            </a:r>
          </a:p>
        </p:txBody>
      </p:sp>
      <p:pic>
        <p:nvPicPr>
          <p:cNvPr id="4" name="Content Placeholder 3">
            <a:extLst>
              <a:ext uri="{FF2B5EF4-FFF2-40B4-BE49-F238E27FC236}">
                <a16:creationId xmlns:a16="http://schemas.microsoft.com/office/drawing/2014/main" id="{2C35AAB7-4717-AE4F-842B-AF3FF06319D8}"/>
              </a:ext>
            </a:extLst>
          </p:cNvPr>
          <p:cNvPicPr>
            <a:picLocks noGrp="1" noChangeAspect="1"/>
          </p:cNvPicPr>
          <p:nvPr>
            <p:ph idx="1"/>
          </p:nvPr>
        </p:nvPicPr>
        <p:blipFill>
          <a:blip r:embed="rId3"/>
          <a:stretch>
            <a:fillRect/>
          </a:stretch>
        </p:blipFill>
        <p:spPr>
          <a:xfrm>
            <a:off x="3427412" y="2590800"/>
            <a:ext cx="3536950" cy="3565246"/>
          </a:xfrm>
          <a:prstGeom prst="rect">
            <a:avLst/>
          </a:prstGeom>
        </p:spPr>
      </p:pic>
    </p:spTree>
    <p:extLst>
      <p:ext uri="{BB962C8B-B14F-4D97-AF65-F5344CB8AC3E}">
        <p14:creationId xmlns:p14="http://schemas.microsoft.com/office/powerpoint/2010/main" val="1275069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Basic social contagion model</a:t>
            </a:r>
          </a:p>
        </p:txBody>
      </p:sp>
      <p:pic>
        <p:nvPicPr>
          <p:cNvPr id="5" name="Content Placeholder 4">
            <a:extLst>
              <a:ext uri="{FF2B5EF4-FFF2-40B4-BE49-F238E27FC236}">
                <a16:creationId xmlns:a16="http://schemas.microsoft.com/office/drawing/2014/main" id="{52250354-C0A1-0744-9232-4DBF216C30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3012" y="1981200"/>
            <a:ext cx="6470650" cy="4206924"/>
          </a:xfrm>
        </p:spPr>
      </p:pic>
      <p:sp>
        <p:nvSpPr>
          <p:cNvPr id="6" name="TextBox 5">
            <a:extLst>
              <a:ext uri="{FF2B5EF4-FFF2-40B4-BE49-F238E27FC236}">
                <a16:creationId xmlns:a16="http://schemas.microsoft.com/office/drawing/2014/main" id="{87E8703A-EC9A-7F48-AF99-F4090E280033}"/>
              </a:ext>
            </a:extLst>
          </p:cNvPr>
          <p:cNvSpPr txBox="1"/>
          <p:nvPr/>
        </p:nvSpPr>
        <p:spPr>
          <a:xfrm>
            <a:off x="3275012" y="5638800"/>
            <a:ext cx="1577227" cy="369332"/>
          </a:xfrm>
          <a:prstGeom prst="rect">
            <a:avLst/>
          </a:prstGeom>
          <a:solidFill>
            <a:schemeClr val="bg1"/>
          </a:solidFill>
        </p:spPr>
        <p:txBody>
          <a:bodyPr wrap="none" rtlCol="0">
            <a:spAutoFit/>
          </a:bodyPr>
          <a:lstStyle/>
          <a:p>
            <a:r>
              <a:rPr lang="en-US" dirty="0"/>
              <a:t>Expressiveness</a:t>
            </a:r>
          </a:p>
        </p:txBody>
      </p:sp>
      <p:sp>
        <p:nvSpPr>
          <p:cNvPr id="8" name="TextBox 7">
            <a:extLst>
              <a:ext uri="{FF2B5EF4-FFF2-40B4-BE49-F238E27FC236}">
                <a16:creationId xmlns:a16="http://schemas.microsoft.com/office/drawing/2014/main" id="{AC37BC6F-2602-9844-BABE-28222A0E3522}"/>
              </a:ext>
            </a:extLst>
          </p:cNvPr>
          <p:cNvSpPr txBox="1"/>
          <p:nvPr/>
        </p:nvSpPr>
        <p:spPr>
          <a:xfrm>
            <a:off x="7542212" y="5638800"/>
            <a:ext cx="1441450" cy="369332"/>
          </a:xfrm>
          <a:prstGeom prst="rect">
            <a:avLst/>
          </a:prstGeom>
          <a:solidFill>
            <a:schemeClr val="bg1"/>
          </a:solidFill>
        </p:spPr>
        <p:txBody>
          <a:bodyPr wrap="square" rtlCol="0">
            <a:spAutoFit/>
          </a:bodyPr>
          <a:lstStyle/>
          <a:p>
            <a:r>
              <a:rPr lang="en-US" dirty="0"/>
              <a:t>Openness</a:t>
            </a:r>
          </a:p>
        </p:txBody>
      </p:sp>
      <p:sp>
        <p:nvSpPr>
          <p:cNvPr id="9" name="TextBox 8">
            <a:extLst>
              <a:ext uri="{FF2B5EF4-FFF2-40B4-BE49-F238E27FC236}">
                <a16:creationId xmlns:a16="http://schemas.microsoft.com/office/drawing/2014/main" id="{1AD97A07-0A58-C54F-A271-01783791CDEF}"/>
              </a:ext>
            </a:extLst>
          </p:cNvPr>
          <p:cNvSpPr txBox="1"/>
          <p:nvPr/>
        </p:nvSpPr>
        <p:spPr>
          <a:xfrm>
            <a:off x="5200290" y="5661768"/>
            <a:ext cx="1788246" cy="369332"/>
          </a:xfrm>
          <a:prstGeom prst="rect">
            <a:avLst/>
          </a:prstGeom>
          <a:solidFill>
            <a:schemeClr val="bg1"/>
          </a:solidFill>
        </p:spPr>
        <p:txBody>
          <a:bodyPr wrap="none" rtlCol="0">
            <a:spAutoFit/>
          </a:bodyPr>
          <a:lstStyle/>
          <a:p>
            <a:r>
              <a:rPr lang="en-US" dirty="0"/>
              <a:t>Channel strength</a:t>
            </a:r>
          </a:p>
        </p:txBody>
      </p:sp>
      <p:sp>
        <p:nvSpPr>
          <p:cNvPr id="10" name="TextBox 9">
            <a:extLst>
              <a:ext uri="{FF2B5EF4-FFF2-40B4-BE49-F238E27FC236}">
                <a16:creationId xmlns:a16="http://schemas.microsoft.com/office/drawing/2014/main" id="{6FC5D39E-1B30-6F43-A5BB-8138D608865D}"/>
              </a:ext>
            </a:extLst>
          </p:cNvPr>
          <p:cNvSpPr txBox="1"/>
          <p:nvPr/>
        </p:nvSpPr>
        <p:spPr>
          <a:xfrm>
            <a:off x="3808412" y="2057400"/>
            <a:ext cx="2205668" cy="369332"/>
          </a:xfrm>
          <a:prstGeom prst="rect">
            <a:avLst/>
          </a:prstGeom>
          <a:solidFill>
            <a:schemeClr val="bg1"/>
          </a:solidFill>
        </p:spPr>
        <p:txBody>
          <a:bodyPr wrap="none" rtlCol="0">
            <a:spAutoFit/>
          </a:bodyPr>
          <a:lstStyle/>
          <a:p>
            <a:r>
              <a:rPr lang="en-US" dirty="0"/>
              <a:t>Emotional state (him)</a:t>
            </a:r>
          </a:p>
        </p:txBody>
      </p:sp>
      <p:sp>
        <p:nvSpPr>
          <p:cNvPr id="11" name="TextBox 10">
            <a:extLst>
              <a:ext uri="{FF2B5EF4-FFF2-40B4-BE49-F238E27FC236}">
                <a16:creationId xmlns:a16="http://schemas.microsoft.com/office/drawing/2014/main" id="{F4D88957-00BA-F64C-B695-1BCA2068D5D1}"/>
              </a:ext>
            </a:extLst>
          </p:cNvPr>
          <p:cNvSpPr txBox="1"/>
          <p:nvPr/>
        </p:nvSpPr>
        <p:spPr>
          <a:xfrm>
            <a:off x="6416876" y="2057400"/>
            <a:ext cx="2163990" cy="369332"/>
          </a:xfrm>
          <a:prstGeom prst="rect">
            <a:avLst/>
          </a:prstGeom>
          <a:solidFill>
            <a:schemeClr val="bg1"/>
          </a:solidFill>
        </p:spPr>
        <p:txBody>
          <a:bodyPr wrap="none" rtlCol="0">
            <a:spAutoFit/>
          </a:bodyPr>
          <a:lstStyle/>
          <a:p>
            <a:r>
              <a:rPr lang="en-US" dirty="0"/>
              <a:t>Emotional state (her)</a:t>
            </a:r>
          </a:p>
        </p:txBody>
      </p:sp>
    </p:spTree>
    <p:extLst>
      <p:ext uri="{BB962C8B-B14F-4D97-AF65-F5344CB8AC3E}">
        <p14:creationId xmlns:p14="http://schemas.microsoft.com/office/powerpoint/2010/main" val="265516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2EFF18-A12F-A244-8D8D-89AB355B7C2C}"/>
              </a:ext>
            </a:extLst>
          </p:cNvPr>
          <p:cNvSpPr>
            <a:spLocks noGrp="1"/>
          </p:cNvSpPr>
          <p:nvPr>
            <p:ph type="title"/>
          </p:nvPr>
        </p:nvSpPr>
        <p:spPr/>
        <p:txBody>
          <a:bodyPr/>
          <a:lstStyle/>
          <a:p>
            <a:r>
              <a:rPr lang="pt-BR" dirty="0"/>
              <a:t>2. Estudos em andamento</a:t>
            </a:r>
          </a:p>
        </p:txBody>
      </p:sp>
      <p:sp>
        <p:nvSpPr>
          <p:cNvPr id="5" name="Text Placeholder 4">
            <a:extLst>
              <a:ext uri="{FF2B5EF4-FFF2-40B4-BE49-F238E27FC236}">
                <a16:creationId xmlns:a16="http://schemas.microsoft.com/office/drawing/2014/main" id="{20665958-A2FD-D445-8F0F-D228E21CFD73}"/>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36910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170C-A787-994E-A48E-720D0C56AF32}"/>
              </a:ext>
            </a:extLst>
          </p:cNvPr>
          <p:cNvSpPr>
            <a:spLocks noGrp="1"/>
          </p:cNvSpPr>
          <p:nvPr>
            <p:ph type="title"/>
          </p:nvPr>
        </p:nvSpPr>
        <p:spPr/>
        <p:txBody>
          <a:bodyPr/>
          <a:lstStyle/>
          <a:p>
            <a:r>
              <a:rPr lang="en-US" b="1" dirty="0">
                <a:solidFill>
                  <a:schemeClr val="accent1">
                    <a:lumMod val="50000"/>
                  </a:schemeClr>
                </a:solidFill>
              </a:rPr>
              <a:t>Rede com 25 </a:t>
            </a:r>
            <a:r>
              <a:rPr lang="en-US" b="1" dirty="0" err="1">
                <a:solidFill>
                  <a:schemeClr val="accent1">
                    <a:lumMod val="50000"/>
                  </a:schemeClr>
                </a:solidFill>
              </a:rPr>
              <a:t>alunos</a:t>
            </a:r>
            <a:endParaRPr lang="en-US" b="1" dirty="0">
              <a:solidFill>
                <a:schemeClr val="accent1">
                  <a:lumMod val="50000"/>
                </a:schemeClr>
              </a:solidFill>
            </a:endParaRPr>
          </a:p>
        </p:txBody>
      </p:sp>
      <p:pic>
        <p:nvPicPr>
          <p:cNvPr id="4" name="Content Placeholder 3" descr="network_structure.png">
            <a:extLst>
              <a:ext uri="{FF2B5EF4-FFF2-40B4-BE49-F238E27FC236}">
                <a16:creationId xmlns:a16="http://schemas.microsoft.com/office/drawing/2014/main" id="{95B2F0B0-2E5F-9B47-A645-5FEA28AFEC7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0915" r="-40915"/>
          <a:stretch>
            <a:fillRect/>
          </a:stretch>
        </p:blipFill>
        <p:spPr>
          <a:xfrm>
            <a:off x="2138394" y="1825625"/>
            <a:ext cx="7912037" cy="4351338"/>
          </a:xfrm>
        </p:spPr>
      </p:pic>
    </p:spTree>
    <p:extLst>
      <p:ext uri="{BB962C8B-B14F-4D97-AF65-F5344CB8AC3E}">
        <p14:creationId xmlns:p14="http://schemas.microsoft.com/office/powerpoint/2010/main" val="168595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B773-4381-084A-BD3A-7E2EB9642509}"/>
              </a:ext>
            </a:extLst>
          </p:cNvPr>
          <p:cNvSpPr>
            <a:spLocks noGrp="1"/>
          </p:cNvSpPr>
          <p:nvPr>
            <p:ph type="title"/>
          </p:nvPr>
        </p:nvSpPr>
        <p:spPr/>
        <p:txBody>
          <a:bodyPr/>
          <a:lstStyle/>
          <a:p>
            <a:r>
              <a:rPr lang="en-US" b="1" dirty="0" err="1">
                <a:solidFill>
                  <a:schemeClr val="accent1">
                    <a:lumMod val="50000"/>
                  </a:schemeClr>
                </a:solidFill>
              </a:rPr>
              <a:t>Aumento</a:t>
            </a:r>
            <a:r>
              <a:rPr lang="en-US" b="1" dirty="0">
                <a:solidFill>
                  <a:schemeClr val="accent1">
                    <a:lumMod val="50000"/>
                  </a:schemeClr>
                </a:solidFill>
              </a:rPr>
              <a:t> no </a:t>
            </a:r>
            <a:r>
              <a:rPr lang="en-US" b="1" dirty="0" err="1">
                <a:solidFill>
                  <a:schemeClr val="accent1">
                    <a:lumMod val="50000"/>
                  </a:schemeClr>
                </a:solidFill>
              </a:rPr>
              <a:t>nível</a:t>
            </a:r>
            <a:r>
              <a:rPr lang="en-US" b="1" dirty="0">
                <a:solidFill>
                  <a:schemeClr val="accent1">
                    <a:lumMod val="50000"/>
                  </a:schemeClr>
                </a:solidFill>
              </a:rPr>
              <a:t> de </a:t>
            </a:r>
            <a:r>
              <a:rPr lang="en-US" b="1" dirty="0" err="1">
                <a:solidFill>
                  <a:schemeClr val="accent1">
                    <a:lumMod val="50000"/>
                  </a:schemeClr>
                </a:solidFill>
              </a:rPr>
              <a:t>atividade</a:t>
            </a:r>
            <a:r>
              <a:rPr lang="en-US" b="1" dirty="0">
                <a:solidFill>
                  <a:schemeClr val="accent1">
                    <a:lumMod val="50000"/>
                  </a:schemeClr>
                </a:solidFill>
              </a:rPr>
              <a:t> </a:t>
            </a:r>
            <a:r>
              <a:rPr lang="en-US" b="1" dirty="0" err="1">
                <a:solidFill>
                  <a:schemeClr val="accent1">
                    <a:lumMod val="50000"/>
                  </a:schemeClr>
                </a:solidFill>
              </a:rPr>
              <a:t>física</a:t>
            </a:r>
            <a:r>
              <a:rPr lang="en-US" b="1" dirty="0">
                <a:solidFill>
                  <a:schemeClr val="accent1">
                    <a:lumMod val="50000"/>
                  </a:schemeClr>
                </a:solidFill>
              </a:rPr>
              <a:t> de </a:t>
            </a:r>
            <a:r>
              <a:rPr lang="en-US" b="1" dirty="0" err="1">
                <a:solidFill>
                  <a:schemeClr val="accent1">
                    <a:lumMod val="50000"/>
                  </a:schemeClr>
                </a:solidFill>
              </a:rPr>
              <a:t>pessoas</a:t>
            </a:r>
            <a:r>
              <a:rPr lang="en-US" b="1" dirty="0">
                <a:solidFill>
                  <a:schemeClr val="accent1">
                    <a:lumMod val="50000"/>
                  </a:schemeClr>
                </a:solidFill>
              </a:rPr>
              <a:t> </a:t>
            </a:r>
            <a:r>
              <a:rPr lang="en-US" b="1" dirty="0" err="1">
                <a:solidFill>
                  <a:schemeClr val="accent1">
                    <a:lumMod val="50000"/>
                  </a:schemeClr>
                </a:solidFill>
              </a:rPr>
              <a:t>em</a:t>
            </a:r>
            <a:r>
              <a:rPr lang="en-US" b="1" dirty="0">
                <a:solidFill>
                  <a:schemeClr val="accent1">
                    <a:lumMod val="50000"/>
                  </a:schemeClr>
                </a:solidFill>
              </a:rPr>
              <a:t> </a:t>
            </a:r>
            <a:r>
              <a:rPr lang="en-US" b="1" dirty="0" err="1">
                <a:solidFill>
                  <a:schemeClr val="accent1">
                    <a:lumMod val="50000"/>
                  </a:schemeClr>
                </a:solidFill>
              </a:rPr>
              <a:t>comunidade</a:t>
            </a:r>
            <a:endParaRPr lang="en-US" b="1" dirty="0">
              <a:solidFill>
                <a:schemeClr val="accent1">
                  <a:lumMod val="50000"/>
                </a:schemeClr>
              </a:solidFill>
            </a:endParaRPr>
          </a:p>
        </p:txBody>
      </p:sp>
      <p:pic>
        <p:nvPicPr>
          <p:cNvPr id="5" name="Content Placeholder 4">
            <a:extLst>
              <a:ext uri="{FF2B5EF4-FFF2-40B4-BE49-F238E27FC236}">
                <a16:creationId xmlns:a16="http://schemas.microsoft.com/office/drawing/2014/main" id="{69250FD2-2FAB-4343-A350-37022E010D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7128" y="1825625"/>
            <a:ext cx="8594568" cy="4351338"/>
          </a:xfrm>
        </p:spPr>
      </p:pic>
    </p:spTree>
    <p:extLst>
      <p:ext uri="{BB962C8B-B14F-4D97-AF65-F5344CB8AC3E}">
        <p14:creationId xmlns:p14="http://schemas.microsoft.com/office/powerpoint/2010/main" val="364303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1C85-878C-CE49-9466-49F33B78EF50}"/>
              </a:ext>
            </a:extLst>
          </p:cNvPr>
          <p:cNvSpPr>
            <a:spLocks noGrp="1"/>
          </p:cNvSpPr>
          <p:nvPr>
            <p:ph type="title"/>
          </p:nvPr>
        </p:nvSpPr>
        <p:spPr>
          <a:xfrm>
            <a:off x="837982" y="365126"/>
            <a:ext cx="5027830" cy="1325563"/>
          </a:xfrm>
        </p:spPr>
        <p:txBody>
          <a:bodyPr/>
          <a:lstStyle/>
          <a:p>
            <a:r>
              <a:rPr lang="en-US" b="1" dirty="0" err="1">
                <a:solidFill>
                  <a:schemeClr val="accent1">
                    <a:lumMod val="50000"/>
                  </a:schemeClr>
                </a:solidFill>
              </a:rPr>
              <a:t>MyMovez</a:t>
            </a:r>
            <a:r>
              <a:rPr lang="en-US" b="1" dirty="0">
                <a:solidFill>
                  <a:schemeClr val="accent1">
                    <a:lumMod val="50000"/>
                  </a:schemeClr>
                </a:solidFill>
              </a:rPr>
              <a:t> Project Results</a:t>
            </a:r>
          </a:p>
        </p:txBody>
      </p:sp>
      <p:pic>
        <p:nvPicPr>
          <p:cNvPr id="4" name="Content Placeholder 4">
            <a:extLst>
              <a:ext uri="{FF2B5EF4-FFF2-40B4-BE49-F238E27FC236}">
                <a16:creationId xmlns:a16="http://schemas.microsoft.com/office/drawing/2014/main" id="{629D4E65-A50F-D840-847E-4AF4429A5DD2}"/>
              </a:ext>
            </a:extLst>
          </p:cNvPr>
          <p:cNvPicPr>
            <a:picLocks noGrp="1" noChangeAspect="1"/>
          </p:cNvPicPr>
          <p:nvPr>
            <p:ph idx="1"/>
          </p:nvPr>
        </p:nvPicPr>
        <p:blipFill>
          <a:blip r:embed="rId2"/>
          <a:stretch>
            <a:fillRect/>
          </a:stretch>
        </p:blipFill>
        <p:spPr>
          <a:xfrm>
            <a:off x="6094413" y="26542"/>
            <a:ext cx="5867400" cy="6723499"/>
          </a:xfrm>
        </p:spPr>
      </p:pic>
      <p:pic>
        <p:nvPicPr>
          <p:cNvPr id="5" name="Picture 4">
            <a:extLst>
              <a:ext uri="{FF2B5EF4-FFF2-40B4-BE49-F238E27FC236}">
                <a16:creationId xmlns:a16="http://schemas.microsoft.com/office/drawing/2014/main" id="{F223B311-5C04-B841-9E9D-2C0946D8E823}"/>
              </a:ext>
            </a:extLst>
          </p:cNvPr>
          <p:cNvPicPr>
            <a:picLocks noChangeAspect="1"/>
          </p:cNvPicPr>
          <p:nvPr/>
        </p:nvPicPr>
        <p:blipFill>
          <a:blip r:embed="rId3"/>
          <a:stretch>
            <a:fillRect/>
          </a:stretch>
        </p:blipFill>
        <p:spPr>
          <a:xfrm>
            <a:off x="760412" y="2286000"/>
            <a:ext cx="4665324" cy="3166931"/>
          </a:xfrm>
          <a:prstGeom prst="rect">
            <a:avLst/>
          </a:prstGeom>
        </p:spPr>
      </p:pic>
    </p:spTree>
    <p:extLst>
      <p:ext uri="{BB962C8B-B14F-4D97-AF65-F5344CB8AC3E}">
        <p14:creationId xmlns:p14="http://schemas.microsoft.com/office/powerpoint/2010/main" val="795390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4201-A47A-7F43-A7E8-5208844C3E8E}"/>
              </a:ext>
            </a:extLst>
          </p:cNvPr>
          <p:cNvSpPr>
            <a:spLocks noGrp="1"/>
          </p:cNvSpPr>
          <p:nvPr>
            <p:ph type="title"/>
          </p:nvPr>
        </p:nvSpPr>
        <p:spPr/>
        <p:txBody>
          <a:bodyPr/>
          <a:lstStyle/>
          <a:p>
            <a:r>
              <a:rPr lang="en-US" b="1" dirty="0">
                <a:solidFill>
                  <a:schemeClr val="accent1">
                    <a:lumMod val="50000"/>
                  </a:schemeClr>
                </a:solidFill>
              </a:rPr>
              <a:t>Cognitive model for disaster situations</a:t>
            </a:r>
          </a:p>
        </p:txBody>
      </p:sp>
      <p:pic>
        <p:nvPicPr>
          <p:cNvPr id="5" name="Content Placeholder 4">
            <a:extLst>
              <a:ext uri="{FF2B5EF4-FFF2-40B4-BE49-F238E27FC236}">
                <a16:creationId xmlns:a16="http://schemas.microsoft.com/office/drawing/2014/main" id="{BA95910E-C200-824D-9AE3-BF736F68B6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75212" y="1828800"/>
            <a:ext cx="4831264" cy="4351338"/>
          </a:xfrm>
        </p:spPr>
      </p:pic>
      <p:pic>
        <p:nvPicPr>
          <p:cNvPr id="6" name="Picture 5">
            <a:extLst>
              <a:ext uri="{FF2B5EF4-FFF2-40B4-BE49-F238E27FC236}">
                <a16:creationId xmlns:a16="http://schemas.microsoft.com/office/drawing/2014/main" id="{26FB1DC8-A91C-B042-8D76-E3C9D7D1D865}"/>
              </a:ext>
            </a:extLst>
          </p:cNvPr>
          <p:cNvPicPr>
            <a:picLocks noChangeAspect="1"/>
          </p:cNvPicPr>
          <p:nvPr/>
        </p:nvPicPr>
        <p:blipFill>
          <a:blip r:embed="rId3"/>
          <a:stretch>
            <a:fillRect/>
          </a:stretch>
        </p:blipFill>
        <p:spPr>
          <a:xfrm>
            <a:off x="0" y="3530600"/>
            <a:ext cx="4445000" cy="3327400"/>
          </a:xfrm>
          <a:prstGeom prst="rect">
            <a:avLst/>
          </a:prstGeom>
        </p:spPr>
      </p:pic>
    </p:spTree>
    <p:extLst>
      <p:ext uri="{BB962C8B-B14F-4D97-AF65-F5344CB8AC3E}">
        <p14:creationId xmlns:p14="http://schemas.microsoft.com/office/powerpoint/2010/main" val="645726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11A13-70C7-9048-80E7-445175B32926}"/>
              </a:ext>
            </a:extLst>
          </p:cNvPr>
          <p:cNvSpPr>
            <a:spLocks noGrp="1"/>
          </p:cNvSpPr>
          <p:nvPr>
            <p:ph type="title"/>
          </p:nvPr>
        </p:nvSpPr>
        <p:spPr/>
        <p:txBody>
          <a:bodyPr/>
          <a:lstStyle/>
          <a:p>
            <a:r>
              <a:rPr lang="en-US" b="1" dirty="0" err="1">
                <a:solidFill>
                  <a:schemeClr val="accent1">
                    <a:lumMod val="50000"/>
                  </a:schemeClr>
                </a:solidFill>
              </a:rPr>
              <a:t>Modelo</a:t>
            </a:r>
            <a:r>
              <a:rPr lang="en-US" b="1" dirty="0">
                <a:solidFill>
                  <a:schemeClr val="accent1">
                    <a:lumMod val="50000"/>
                  </a:schemeClr>
                </a:solidFill>
              </a:rPr>
              <a:t> </a:t>
            </a:r>
            <a:r>
              <a:rPr lang="en-US" b="1" dirty="0" err="1">
                <a:solidFill>
                  <a:schemeClr val="accent1">
                    <a:lumMod val="50000"/>
                  </a:schemeClr>
                </a:solidFill>
              </a:rPr>
              <a:t>cognitivo</a:t>
            </a:r>
            <a:r>
              <a:rPr lang="en-US" b="1" dirty="0">
                <a:solidFill>
                  <a:schemeClr val="accent1">
                    <a:lumMod val="50000"/>
                  </a:schemeClr>
                </a:solidFill>
              </a:rPr>
              <a:t> de </a:t>
            </a:r>
            <a:r>
              <a:rPr lang="en-US" b="1" dirty="0" err="1">
                <a:solidFill>
                  <a:schemeClr val="accent1">
                    <a:lumMod val="50000"/>
                  </a:schemeClr>
                </a:solidFill>
              </a:rPr>
              <a:t>posicionamento</a:t>
            </a:r>
            <a:r>
              <a:rPr lang="en-US" b="1" dirty="0">
                <a:solidFill>
                  <a:schemeClr val="accent1">
                    <a:lumMod val="50000"/>
                  </a:schemeClr>
                </a:solidFill>
              </a:rPr>
              <a:t> </a:t>
            </a:r>
            <a:r>
              <a:rPr lang="en-US" b="1" dirty="0" err="1">
                <a:solidFill>
                  <a:schemeClr val="accent1">
                    <a:lumMod val="50000"/>
                  </a:schemeClr>
                </a:solidFill>
              </a:rPr>
              <a:t>político</a:t>
            </a:r>
            <a:endParaRPr lang="en-US" b="1" dirty="0">
              <a:solidFill>
                <a:schemeClr val="accent1">
                  <a:lumMod val="50000"/>
                </a:schemeClr>
              </a:solidFill>
            </a:endParaRPr>
          </a:p>
        </p:txBody>
      </p:sp>
      <p:pic>
        <p:nvPicPr>
          <p:cNvPr id="5" name="Content Placeholder 4">
            <a:extLst>
              <a:ext uri="{FF2B5EF4-FFF2-40B4-BE49-F238E27FC236}">
                <a16:creationId xmlns:a16="http://schemas.microsoft.com/office/drawing/2014/main" id="{1DE20492-1B8B-914D-96B1-259CE95265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2881" y="1825625"/>
            <a:ext cx="9583062" cy="4351338"/>
          </a:xfrm>
        </p:spPr>
      </p:pic>
      <p:pic>
        <p:nvPicPr>
          <p:cNvPr id="6" name="Content Placeholder 4">
            <a:extLst>
              <a:ext uri="{FF2B5EF4-FFF2-40B4-BE49-F238E27FC236}">
                <a16:creationId xmlns:a16="http://schemas.microsoft.com/office/drawing/2014/main" id="{7B21D8ED-E4D9-C84B-9189-1E141F17F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212" y="2514600"/>
            <a:ext cx="533400" cy="533400"/>
          </a:xfrm>
          <a:prstGeom prst="rect">
            <a:avLst/>
          </a:prstGeom>
        </p:spPr>
      </p:pic>
    </p:spTree>
    <p:extLst>
      <p:ext uri="{BB962C8B-B14F-4D97-AF65-F5344CB8AC3E}">
        <p14:creationId xmlns:p14="http://schemas.microsoft.com/office/powerpoint/2010/main" val="4247965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CEF7BB8F-A699-AA46-89FF-7D524F7FD96D}"/>
              </a:ext>
            </a:extLst>
          </p:cNvPr>
          <p:cNvGraphicFramePr>
            <a:graphicFrameLocks noGrp="1"/>
          </p:cNvGraphicFramePr>
          <p:nvPr>
            <p:ph idx="1"/>
            <p:extLst>
              <p:ext uri="{D42A27DB-BD31-4B8C-83A1-F6EECF244321}">
                <p14:modId xmlns:p14="http://schemas.microsoft.com/office/powerpoint/2010/main" val="489563236"/>
              </p:ext>
            </p:extLst>
          </p:nvPr>
        </p:nvGraphicFramePr>
        <p:xfrm>
          <a:off x="227012" y="381000"/>
          <a:ext cx="11732418" cy="6176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348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3E0B13-FED0-7C46-A352-F042CDB3E7CD}"/>
              </a:ext>
            </a:extLst>
          </p:cNvPr>
          <p:cNvSpPr>
            <a:spLocks noGrp="1"/>
          </p:cNvSpPr>
          <p:nvPr>
            <p:ph type="title"/>
          </p:nvPr>
        </p:nvSpPr>
        <p:spPr/>
        <p:txBody>
          <a:bodyPr/>
          <a:lstStyle/>
          <a:p>
            <a:r>
              <a:rPr lang="pt-BR" dirty="0"/>
              <a:t>3. Implicações para violência nas redes sociais</a:t>
            </a:r>
          </a:p>
        </p:txBody>
      </p:sp>
      <p:sp>
        <p:nvSpPr>
          <p:cNvPr id="5" name="Text Placeholder 4">
            <a:extLst>
              <a:ext uri="{FF2B5EF4-FFF2-40B4-BE49-F238E27FC236}">
                <a16:creationId xmlns:a16="http://schemas.microsoft.com/office/drawing/2014/main" id="{EA4FF313-DB56-0746-BA9F-2A28C4D845A9}"/>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818083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E6F313B-1408-C74F-A94B-67A89ED93BA6}"/>
              </a:ext>
            </a:extLst>
          </p:cNvPr>
          <p:cNvPicPr>
            <a:picLocks noGrp="1" noChangeAspect="1"/>
          </p:cNvPicPr>
          <p:nvPr>
            <p:ph idx="1"/>
          </p:nvPr>
        </p:nvPicPr>
        <p:blipFill>
          <a:blip r:embed="rId2"/>
          <a:stretch>
            <a:fillRect/>
          </a:stretch>
        </p:blipFill>
        <p:spPr>
          <a:xfrm>
            <a:off x="1522412" y="107758"/>
            <a:ext cx="7848600" cy="6683902"/>
          </a:xfrm>
          <a:prstGeom prst="rect">
            <a:avLst/>
          </a:prstGeom>
        </p:spPr>
      </p:pic>
      <p:sp>
        <p:nvSpPr>
          <p:cNvPr id="7" name="Rounded Rectangle 6">
            <a:extLst>
              <a:ext uri="{FF2B5EF4-FFF2-40B4-BE49-F238E27FC236}">
                <a16:creationId xmlns:a16="http://schemas.microsoft.com/office/drawing/2014/main" id="{DA7025FC-BB88-1D4C-A98B-C0162D27A772}"/>
              </a:ext>
            </a:extLst>
          </p:cNvPr>
          <p:cNvSpPr/>
          <p:nvPr/>
        </p:nvSpPr>
        <p:spPr>
          <a:xfrm>
            <a:off x="1522412" y="4724400"/>
            <a:ext cx="7848600" cy="1219200"/>
          </a:xfrm>
          <a:prstGeom prst="round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28317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63E7CBE-99C4-C44E-B970-800AE86DFFD6}"/>
              </a:ext>
            </a:extLst>
          </p:cNvPr>
          <p:cNvSpPr>
            <a:spLocks noGrp="1"/>
          </p:cNvSpPr>
          <p:nvPr>
            <p:ph type="title"/>
          </p:nvPr>
        </p:nvSpPr>
        <p:spPr/>
        <p:txBody>
          <a:bodyPr/>
          <a:lstStyle/>
          <a:p>
            <a:r>
              <a:rPr lang="pt-BR" dirty="0"/>
              <a:t>Discussão</a:t>
            </a:r>
          </a:p>
        </p:txBody>
      </p:sp>
      <p:sp>
        <p:nvSpPr>
          <p:cNvPr id="7" name="Content Placeholder 6">
            <a:extLst>
              <a:ext uri="{FF2B5EF4-FFF2-40B4-BE49-F238E27FC236}">
                <a16:creationId xmlns:a16="http://schemas.microsoft.com/office/drawing/2014/main" id="{70D36578-1163-AD45-AB42-7F10B2ED94DA}"/>
              </a:ext>
            </a:extLst>
          </p:cNvPr>
          <p:cNvSpPr>
            <a:spLocks noGrp="1"/>
          </p:cNvSpPr>
          <p:nvPr>
            <p:ph idx="1"/>
          </p:nvPr>
        </p:nvSpPr>
        <p:spPr/>
        <p:txBody>
          <a:bodyPr/>
          <a:lstStyle/>
          <a:p>
            <a:r>
              <a:rPr lang="pt-BR" dirty="0"/>
              <a:t>O espalhamento de comportamento violento em redes sociais já é estudado extensivamente e comprovado</a:t>
            </a:r>
          </a:p>
          <a:p>
            <a:r>
              <a:rPr lang="pt-BR" dirty="0"/>
              <a:t>Há uma grande oportunidade para o uso das estruturas das redes sociais para favorecer comportamentos desejáveis e eliminar comportamentos indesejáveis</a:t>
            </a:r>
          </a:p>
          <a:p>
            <a:r>
              <a:rPr lang="pt-BR" dirty="0"/>
              <a:t>Políticas públicas de direitos humanos baseadas em contágio social em redes sociais já são áreas de exploração em projetos da UE, e merecem atenção também no Brasil</a:t>
            </a:r>
          </a:p>
          <a:p>
            <a:endParaRPr lang="pt-BR" dirty="0"/>
          </a:p>
        </p:txBody>
      </p:sp>
    </p:spTree>
    <p:extLst>
      <p:ext uri="{BB962C8B-B14F-4D97-AF65-F5344CB8AC3E}">
        <p14:creationId xmlns:p14="http://schemas.microsoft.com/office/powerpoint/2010/main" val="20229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A0CD-4A18-D341-B548-4F0FABDB69F8}"/>
              </a:ext>
            </a:extLst>
          </p:cNvPr>
          <p:cNvSpPr>
            <a:spLocks noGrp="1"/>
          </p:cNvSpPr>
          <p:nvPr>
            <p:ph type="title"/>
          </p:nvPr>
        </p:nvSpPr>
        <p:spPr/>
        <p:txBody>
          <a:bodyPr/>
          <a:lstStyle/>
          <a:p>
            <a:r>
              <a:rPr lang="pt-BR" dirty="0"/>
              <a:t>Sobrou um tempinho?</a:t>
            </a:r>
          </a:p>
        </p:txBody>
      </p:sp>
      <p:pic>
        <p:nvPicPr>
          <p:cNvPr id="4" name="Content Placeholder 3">
            <a:extLst>
              <a:ext uri="{FF2B5EF4-FFF2-40B4-BE49-F238E27FC236}">
                <a16:creationId xmlns:a16="http://schemas.microsoft.com/office/drawing/2014/main" id="{20429694-D500-E54A-930F-A98524B4260D}"/>
              </a:ext>
            </a:extLst>
          </p:cNvPr>
          <p:cNvPicPr>
            <a:picLocks noGrp="1" noChangeAspect="1"/>
          </p:cNvPicPr>
          <p:nvPr>
            <p:ph idx="1"/>
          </p:nvPr>
        </p:nvPicPr>
        <p:blipFill>
          <a:blip r:embed="rId2"/>
          <a:stretch>
            <a:fillRect/>
          </a:stretch>
        </p:blipFill>
        <p:spPr>
          <a:xfrm>
            <a:off x="4667430" y="1825625"/>
            <a:ext cx="2853965" cy="4351338"/>
          </a:xfrm>
          <a:prstGeom prst="rect">
            <a:avLst/>
          </a:prstGeom>
        </p:spPr>
      </p:pic>
    </p:spTree>
    <p:extLst>
      <p:ext uri="{BB962C8B-B14F-4D97-AF65-F5344CB8AC3E}">
        <p14:creationId xmlns:p14="http://schemas.microsoft.com/office/powerpoint/2010/main" val="20012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EE4B38D-42CE-A241-9BA3-D7172408D6A0}"/>
              </a:ext>
            </a:extLst>
          </p:cNvPr>
          <p:cNvSpPr>
            <a:spLocks noGrp="1"/>
          </p:cNvSpPr>
          <p:nvPr>
            <p:ph idx="1"/>
          </p:nvPr>
        </p:nvSpPr>
        <p:spPr/>
        <p:txBody>
          <a:bodyPr>
            <a:normAutofit/>
          </a:bodyPr>
          <a:lstStyle/>
          <a:p>
            <a:pPr marL="0" indent="0">
              <a:buNone/>
            </a:pPr>
            <a:r>
              <a:rPr lang="en-US" dirty="0"/>
              <a:t>I have received </a:t>
            </a:r>
            <a:r>
              <a:rPr lang="en-US" b="1" dirty="0"/>
              <a:t>no assurance </a:t>
            </a:r>
            <a:r>
              <a:rPr lang="en-US" dirty="0"/>
              <a:t>that anything we can do will eradicate suffering. I think the best results are obtained by people who work quietly away at limited objectives, such as the abolition of the slave trade, or prison reform, or factory acts, or tuberculosis, not by those who think they can achieve universal justice, or health, or peace. I think the art of life consists in tackling each immediate evil as well as we can.</a:t>
            </a:r>
          </a:p>
          <a:p>
            <a:pPr marL="0" indent="0">
              <a:buNone/>
            </a:pPr>
            <a:r>
              <a:rPr lang="en-US" dirty="0"/>
              <a:t>							— C.S. Lewis</a:t>
            </a:r>
          </a:p>
          <a:p>
            <a:pPr marL="0" indent="0">
              <a:buNone/>
            </a:pPr>
            <a:r>
              <a:rPr lang="en-US" dirty="0"/>
              <a:t>							The weight of glory</a:t>
            </a:r>
          </a:p>
          <a:p>
            <a:endParaRPr lang="pt-BR" dirty="0"/>
          </a:p>
        </p:txBody>
      </p:sp>
    </p:spTree>
    <p:extLst>
      <p:ext uri="{BB962C8B-B14F-4D97-AF65-F5344CB8AC3E}">
        <p14:creationId xmlns:p14="http://schemas.microsoft.com/office/powerpoint/2010/main" val="88079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2EB8-8239-CE43-BD93-2C889759FA96}"/>
              </a:ext>
            </a:extLst>
          </p:cNvPr>
          <p:cNvSpPr>
            <a:spLocks noGrp="1"/>
          </p:cNvSpPr>
          <p:nvPr>
            <p:ph type="title"/>
          </p:nvPr>
        </p:nvSpPr>
        <p:spPr>
          <a:xfrm>
            <a:off x="6856412" y="2804318"/>
            <a:ext cx="3884830" cy="1325563"/>
          </a:xfrm>
        </p:spPr>
        <p:txBody>
          <a:bodyPr>
            <a:normAutofit/>
          </a:bodyPr>
          <a:lstStyle/>
          <a:p>
            <a:r>
              <a:rPr lang="pt-BR" sz="5400" dirty="0">
                <a:latin typeface="Telugu MN" pitchFamily="2" charset="0"/>
                <a:cs typeface="Telugu MN" pitchFamily="2" charset="0"/>
              </a:rPr>
              <a:t>Obrigado!</a:t>
            </a:r>
          </a:p>
        </p:txBody>
      </p:sp>
      <p:pic>
        <p:nvPicPr>
          <p:cNvPr id="5" name="Content Placeholder 4">
            <a:extLst>
              <a:ext uri="{FF2B5EF4-FFF2-40B4-BE49-F238E27FC236}">
                <a16:creationId xmlns:a16="http://schemas.microsoft.com/office/drawing/2014/main" id="{58B638A1-CD18-2D48-8A30-0D7613A490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7212" y="4343400"/>
            <a:ext cx="2362200" cy="958434"/>
          </a:xfrm>
        </p:spPr>
      </p:pic>
      <p:pic>
        <p:nvPicPr>
          <p:cNvPr id="6" name="Picture 5">
            <a:extLst>
              <a:ext uri="{FF2B5EF4-FFF2-40B4-BE49-F238E27FC236}">
                <a16:creationId xmlns:a16="http://schemas.microsoft.com/office/drawing/2014/main" id="{88E9D8D4-5E46-A041-885A-526CF77766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8794" y="3124200"/>
            <a:ext cx="2310618" cy="685800"/>
          </a:xfrm>
          <a:prstGeom prst="rect">
            <a:avLst/>
          </a:prstGeom>
        </p:spPr>
      </p:pic>
      <p:pic>
        <p:nvPicPr>
          <p:cNvPr id="7" name="Picture 6">
            <a:extLst>
              <a:ext uri="{FF2B5EF4-FFF2-40B4-BE49-F238E27FC236}">
                <a16:creationId xmlns:a16="http://schemas.microsoft.com/office/drawing/2014/main" id="{9969B511-E076-4741-8001-BFA4EEFAB8EE}"/>
              </a:ext>
            </a:extLst>
          </p:cNvPr>
          <p:cNvPicPr>
            <a:picLocks noChangeAspect="1"/>
          </p:cNvPicPr>
          <p:nvPr/>
        </p:nvPicPr>
        <p:blipFill>
          <a:blip r:embed="rId4"/>
          <a:stretch>
            <a:fillRect/>
          </a:stretch>
        </p:blipFill>
        <p:spPr>
          <a:xfrm>
            <a:off x="1827212" y="1227931"/>
            <a:ext cx="2565400" cy="1362869"/>
          </a:xfrm>
          <a:prstGeom prst="rect">
            <a:avLst/>
          </a:prstGeom>
        </p:spPr>
      </p:pic>
    </p:spTree>
    <p:extLst>
      <p:ext uri="{BB962C8B-B14F-4D97-AF65-F5344CB8AC3E}">
        <p14:creationId xmlns:p14="http://schemas.microsoft.com/office/powerpoint/2010/main" val="410641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2334</TotalTime>
  <Words>433</Words>
  <Application>Microsoft Macintosh PowerPoint</Application>
  <PresentationFormat>Custom</PresentationFormat>
  <Paragraphs>51</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Corbel</vt:lpstr>
      <vt:lpstr>Telugu MN</vt:lpstr>
      <vt:lpstr>Office Theme</vt:lpstr>
      <vt:lpstr>Contágio Social em Redes Sociais</vt:lpstr>
      <vt:lpstr>PowerPoint Presentation</vt:lpstr>
      <vt:lpstr>Sumário</vt:lpstr>
      <vt:lpstr>1. Conceituação</vt:lpstr>
      <vt:lpstr>PowerPoint Presentation</vt:lpstr>
      <vt:lpstr>Contágio Social</vt:lpstr>
      <vt:lpstr>Christakis &amp; Fowler (2007)</vt:lpstr>
      <vt:lpstr>Basic social contagion model</vt:lpstr>
      <vt:lpstr>2. Estudos em andamento</vt:lpstr>
      <vt:lpstr>Rede com 25 alunos</vt:lpstr>
      <vt:lpstr>Aumento no nível de atividade física de pessoas em comunidade</vt:lpstr>
      <vt:lpstr>MyMovez Project Results</vt:lpstr>
      <vt:lpstr>Cognitive model for disaster situations</vt:lpstr>
      <vt:lpstr>Modelo cognitivo de posicionamento político</vt:lpstr>
      <vt:lpstr>PowerPoint Presentation</vt:lpstr>
      <vt:lpstr>3. Implicações para violência nas redes sociais</vt:lpstr>
      <vt:lpstr>PowerPoint Presentation</vt:lpstr>
      <vt:lpstr>Discussão</vt:lpstr>
      <vt:lpstr>Sobrou um tempinho?</vt:lpstr>
      <vt:lpstr>PowerPoint Presentation</vt:lpstr>
      <vt:lpstr>Obrigado!</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Eric Fernandes de Mello Araujo</dc:creator>
  <cp:lastModifiedBy>Eric Fernandes de Mello Araujo</cp:lastModifiedBy>
  <cp:revision>38</cp:revision>
  <dcterms:created xsi:type="dcterms:W3CDTF">2018-09-03T16:28:09Z</dcterms:created>
  <dcterms:modified xsi:type="dcterms:W3CDTF">2019-10-02T11:35:50Z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